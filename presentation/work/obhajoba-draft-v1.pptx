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olors1.xml" ContentType="application/vnd.ms-office.chartcolorstyle+xml"/>
  <Override PartName="/ppt/charts/style1.xml" ContentType="application/vnd.ms-office.chartstyle+xml"/>
  <Override PartName="/ppt/media/image10.svg" ContentType="image/svg+xml"/>
  <Override PartName="/ppt/media/image2.svg" ContentType="image/svg+xml"/>
  <Override PartName="/ppt/media/image4.svg" ContentType="image/svg+xml"/>
  <Override PartName="/ppt/media/image6.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4"/>
    <p:sldMasterId id="2147483676" r:id="rId5"/>
    <p:sldMasterId id="2147483662" r:id="rId6"/>
  </p:sldMasterIdLst>
  <p:sldIdLst>
    <p:sldId id="263" r:id="rId7"/>
    <p:sldId id="272" r:id="rId8"/>
    <p:sldId id="271" r:id="rId9"/>
    <p:sldId id="273" r:id="rId10"/>
    <p:sldId id="277" r:id="rId20"/>
    <p:sldId id="267" r:id="rId11"/>
    <p:sldId id="278" r:id="rId21"/>
    <p:sldId id="274" r:id="rId12"/>
    <p:sldId id="276" r:id="rId14"/>
  </p:sldIdLst>
  <p:sldSz cx="9144000" cy="6858000" type="screen4x3"/>
  <p:notesSz cx="6858000" cy="9144000"/>
  <p:defaultTextStyle>
    <a:defPPr>
      <a:defRPr lang="cs-CZ"/>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9881"/>
    <a:srgbClr val="B5EAE0"/>
    <a:srgbClr val="89F7E2"/>
    <a:srgbClr val="9AE8F4"/>
    <a:srgbClr val="00659B"/>
    <a:srgbClr val="BDE7FF"/>
    <a:srgbClr val="EB6608"/>
    <a:srgbClr val="FDE2CF"/>
    <a:srgbClr val="D6C2D6"/>
    <a:srgbClr val="F0C2D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řední styl 2 – zvýraznění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124" d="100"/>
          <a:sy n="124" d="100"/>
        </p:scale>
        <p:origin x="1182"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4" Type="http://schemas.openxmlformats.org/officeDocument/2006/relationships/slide" Target="slides/slide8.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 Id="rId19" Type="http://schemas.openxmlformats.org/officeDocument/2006/relationships/notesMaster" Target="notesMasters/notesMaster1.xml"/><Relationship Id="rId20" Type="http://schemas.openxmlformats.org/officeDocument/2006/relationships/slide" Target="slides/slide9.xml"/><Relationship Id="rId21" Type="http://schemas.openxmlformats.org/officeDocument/2006/relationships/slide" Target="slides/slide10.xml"/></Relationships>
</file>

<file path=ppt/charts/_rels/chart1.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 Id="rId3"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cs-CZ"/>
  <c:roundedCorners val="0"/>
  <mc:AlternateContent xmlns:mc="http://schemas.openxmlformats.org/markup-compatibility/2006">
    <mc:Choice xmlns:c14="http://schemas.microsoft.com/office/drawing/2007/8/2/chart" Requires="c14">
      <c14:style val="102"/>
    </mc:Choice>
    <mc:Fallback>
      <c:style val="2"/>
    </mc:Fallback>
  </mc:AlternateContent>
  <c:chart>
    <c:title>
      <c:layout>
        <c:manualLayout>
          <c:xMode val="edge"/>
          <c:yMode val="edge"/>
          <c:x val="6.7578487579540367E-2"/>
          <c:y val="3.0657188432465163E-2"/>
        </c:manualLayout>
      </c:layout>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cs-CZ"/>
        </a:p>
      </c:txPr>
    </c:title>
    <c:autoTitleDeleted val="0"/>
    <c:plotArea>
      <c:layout/>
      <c:barChart>
        <c:barDir val="col"/>
        <c:grouping val="clustered"/>
        <c:varyColors val="0"/>
        <c:ser>
          <c:idx val="0"/>
          <c:order val="0"/>
          <c:tx>
            <c:strRef>
              <c:f>List1!$B$1</c:f>
              <c:strCache>
                <c:ptCount val="1"/>
                <c:pt idx="0">
                  <c:v>Řada 1</c:v>
                </c:pt>
              </c:strCache>
            </c:strRef>
          </c:tx>
          <c:spPr>
            <a:solidFill>
              <a:srgbClr val="009EE2"/>
            </a:solidFill>
            <a:ln>
              <a:noFill/>
            </a:ln>
            <a:effectLst/>
          </c:spPr>
          <c:invertIfNegative val="0"/>
          <c:cat>
            <c:strRef>
              <c:f>List1!$A$2:$A$5</c:f>
              <c:strCache>
                <c:ptCount val="4"/>
                <c:pt idx="0">
                  <c:v>Kategorie 1</c:v>
                </c:pt>
                <c:pt idx="1">
                  <c:v>Kategorie 2</c:v>
                </c:pt>
                <c:pt idx="2">
                  <c:v>Kategorie 3</c:v>
                </c:pt>
                <c:pt idx="3">
                  <c:v>Kategorie 4</c:v>
                </c:pt>
              </c:strCache>
            </c:strRef>
          </c:cat>
          <c:val>
            <c:numRef>
              <c:f>List1!$B$2:$B$5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5F38-46D1-B2F1-B76DBFE9E6A2}"/>
            </c:ext>
          </c:extLst>
        </c:ser>
        <c:ser>
          <c:idx val="1"/>
          <c:order val="1"/>
          <c:tx>
            <c:strRef>
              <c:f>List1!$C$1</c:f>
              <c:strCache>
                <c:ptCount val="1"/>
                <c:pt idx="0">
                  <c:v>Řada 2</c:v>
                </c:pt>
              </c:strCache>
            </c:strRef>
          </c:tx>
          <c:spPr>
            <a:solidFill>
              <a:srgbClr val="B10062"/>
            </a:solidFill>
            <a:ln>
              <a:noFill/>
            </a:ln>
            <a:effectLst/>
          </c:spPr>
          <c:invertIfNegative val="0"/>
          <c:cat>
            <c:strRef>
              <c:f>List1!$A$2:$A$5</c:f>
              <c:strCache>
                <c:ptCount val="4"/>
                <c:pt idx="0">
                  <c:v>Kategorie 1</c:v>
                </c:pt>
                <c:pt idx="1">
                  <c:v>Kategorie 2</c:v>
                </c:pt>
                <c:pt idx="2">
                  <c:v>Kategorie 3</c:v>
                </c:pt>
                <c:pt idx="3">
                  <c:v>Kategorie 4</c:v>
                </c:pt>
              </c:strCache>
            </c:strRef>
          </c:cat>
          <c:val>
            <c:numRef>
              <c:f>List1!$C$2:$C$5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5F38-46D1-B2F1-B76DBFE9E6A2}"/>
            </c:ext>
          </c:extLst>
        </c:ser>
        <c:ser>
          <c:idx val="2"/>
          <c:order val="2"/>
          <c:tx>
            <c:strRef>
              <c:f>List1!$D$1</c:f>
              <c:strCache>
                <c:ptCount val="1"/>
                <c:pt idx="0">
                  <c:v>Řada 3</c:v>
                </c:pt>
              </c:strCache>
            </c:strRef>
          </c:tx>
          <c:spPr>
            <a:solidFill>
              <a:srgbClr val="EB6608"/>
            </a:solidFill>
            <a:ln>
              <a:noFill/>
            </a:ln>
            <a:effectLst/>
          </c:spPr>
          <c:invertIfNegative val="0"/>
          <c:cat>
            <c:strRef>
              <c:f>List1!$A$2:$A$5</c:f>
              <c:strCache>
                <c:ptCount val="4"/>
                <c:pt idx="0">
                  <c:v>Kategorie 1</c:v>
                </c:pt>
                <c:pt idx="1">
                  <c:v>Kategorie 2</c:v>
                </c:pt>
                <c:pt idx="2">
                  <c:v>Kategorie 3</c:v>
                </c:pt>
                <c:pt idx="3">
                  <c:v>Kategorie 4</c:v>
                </c:pt>
              </c:strCache>
            </c:strRef>
          </c:cat>
          <c:val>
            <c:numRef>
              <c:f>List1!$D$2:$D$5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5F38-46D1-B2F1-B76DBFE9E6A2}"/>
            </c:ext>
          </c:extLst>
        </c:ser>
        <c:ser>
          <c:idx val="3"/>
          <c:order val="3"/>
          <c:tx>
            <c:strRef>
              <c:f>List1!$E$1</c:f>
              <c:strCache>
                <c:ptCount val="1"/>
                <c:pt idx="0">
                  <c:v>Řada 4</c:v>
                </c:pt>
              </c:strCache>
            </c:strRef>
          </c:tx>
          <c:spPr>
            <a:solidFill>
              <a:srgbClr val="00659B"/>
            </a:solidFill>
            <a:ln>
              <a:noFill/>
            </a:ln>
            <a:effectLst/>
          </c:spPr>
          <c:invertIfNegative val="0"/>
          <c:cat>
            <c:strRef>
              <c:f>List1!$A$2:$A$5</c:f>
              <c:strCache>
                <c:ptCount val="4"/>
                <c:pt idx="0">
                  <c:v>Kategorie 1</c:v>
                </c:pt>
                <c:pt idx="1">
                  <c:v>Kategorie 2</c:v>
                </c:pt>
                <c:pt idx="2">
                  <c:v>Kategorie 3</c:v>
                </c:pt>
                <c:pt idx="3">
                  <c:v>Kategorie 4</c:v>
                </c:pt>
              </c:strCache>
            </c:strRef>
          </c:cat>
          <c:val>
            <c:numRef>
              <c:f>List1!$E$2:$E$5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1-AA67-4343-BFC8-39C31FD3D7F6}"/>
            </c:ext>
          </c:extLst>
        </c:ser>
        <c:ser>
          <c:idx val="4"/>
          <c:order val="4"/>
          <c:tx>
            <c:strRef>
              <c:f>List1!$F$1</c:f>
              <c:strCache>
                <c:ptCount val="1"/>
                <c:pt idx="0">
                  <c:v>Řada 5</c:v>
                </c:pt>
              </c:strCache>
            </c:strRef>
          </c:tx>
          <c:spPr>
            <a:solidFill>
              <a:srgbClr val="009881"/>
            </a:solidFill>
            <a:ln>
              <a:noFill/>
            </a:ln>
            <a:effectLst/>
          </c:spPr>
          <c:invertIfNegative val="0"/>
          <c:cat>
            <c:strRef>
              <c:f>List1!$A$2:$A$5</c:f>
              <c:strCache>
                <c:ptCount val="4"/>
                <c:pt idx="0">
                  <c:v>Kategorie 1</c:v>
                </c:pt>
                <c:pt idx="1">
                  <c:v>Kategorie 2</c:v>
                </c:pt>
                <c:pt idx="2">
                  <c:v>Kategorie 3</c:v>
                </c:pt>
                <c:pt idx="3">
                  <c:v>Kategorie 4</c:v>
                </c:pt>
              </c:strCache>
            </c:strRef>
          </c:cat>
          <c:val>
            <c:numRef>
              <c:f>List1!$F$2:$F$5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2-AA67-4343-BFC8-39C31FD3D7F6}"/>
            </c:ext>
          </c:extLst>
        </c:ser>
        <c:ser>
          <c:idx val="5"/>
          <c:order val="5"/>
          <c:tx>
            <c:strRef>
              <c:f>List1!$G$1</c:f>
              <c:strCache>
                <c:ptCount val="1"/>
                <c:pt idx="0">
                  <c:v>Řada 6</c:v>
                </c:pt>
              </c:strCache>
            </c:strRef>
          </c:tx>
          <c:spPr>
            <a:solidFill>
              <a:srgbClr val="5BC4F1"/>
            </a:solidFill>
            <a:ln>
              <a:noFill/>
            </a:ln>
            <a:effectLst/>
          </c:spPr>
          <c:invertIfNegative val="0"/>
          <c:cat>
            <c:strRef>
              <c:f>List1!$A$2:$A$5</c:f>
              <c:strCache>
                <c:ptCount val="4"/>
                <c:pt idx="0">
                  <c:v>Kategorie 1</c:v>
                </c:pt>
                <c:pt idx="1">
                  <c:v>Kategorie 2</c:v>
                </c:pt>
                <c:pt idx="2">
                  <c:v>Kategorie 3</c:v>
                </c:pt>
                <c:pt idx="3">
                  <c:v>Kategorie 4</c:v>
                </c:pt>
              </c:strCache>
            </c:strRef>
          </c:cat>
          <c:val>
            <c:numRef>
              <c:f>List1!$G$2:$G$5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3-AA67-4343-BFC8-39C31FD3D7F6}"/>
            </c:ext>
          </c:extLst>
        </c:ser>
        <c:ser>
          <c:idx val="6"/>
          <c:order val="6"/>
          <c:tx>
            <c:strRef>
              <c:f>List1!$H$1</c:f>
              <c:strCache>
                <c:ptCount val="1"/>
                <c:pt idx="0">
                  <c:v>Řada 13</c:v>
                </c:pt>
              </c:strCache>
            </c:strRef>
          </c:tx>
          <c:spPr>
            <a:solidFill>
              <a:srgbClr val="E73088"/>
            </a:solidFill>
            <a:ln>
              <a:noFill/>
            </a:ln>
            <a:effectLst/>
          </c:spPr>
          <c:invertIfNegative val="0"/>
          <c:cat>
            <c:strRef>
              <c:f>List1!$A$2:$A$5</c:f>
              <c:strCache>
                <c:ptCount val="4"/>
                <c:pt idx="0">
                  <c:v>Kategorie 1</c:v>
                </c:pt>
                <c:pt idx="1">
                  <c:v>Kategorie 2</c:v>
                </c:pt>
                <c:pt idx="2">
                  <c:v>Kategorie 3</c:v>
                </c:pt>
                <c:pt idx="3">
                  <c:v>Kategorie 4</c:v>
                </c:pt>
              </c:strCache>
            </c:strRef>
          </c:cat>
          <c:val>
            <c:numRef>
              <c:f>List1!$H$2:$H$5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4-AA67-4343-BFC8-39C31FD3D7F6}"/>
            </c:ext>
          </c:extLst>
        </c:ser>
        <c:dLbls>
          <c:showLegendKey val="0"/>
          <c:showVal val="0"/>
          <c:showCatName val="0"/>
          <c:showSerName val="0"/>
          <c:showPercent val="0"/>
          <c:showBubbleSize val="0"/>
        </c:dLbls>
        <c:gapWidth val="219"/>
        <c:overlap val="-27"/>
        <c:axId val="336283247"/>
        <c:axId val="336943279"/>
      </c:barChart>
      <c:catAx>
        <c:axId val="33628324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cs-CZ"/>
          </a:p>
        </c:txPr>
        <c:crossAx val="336943279"/>
        <c:crosses val="autoZero"/>
        <c:auto val="1"/>
        <c:lblAlgn val="ctr"/>
        <c:lblOffset val="100"/>
        <c:noMultiLvlLbl val="0"/>
      </c:catAx>
      <c:valAx>
        <c:axId val="336943279"/>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cs-CZ"/>
          </a:p>
        </c:txPr>
        <c:crossAx val="336283247"/>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cs-CZ"/>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cs-CZ"/>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t>[HOOK ~30 s]</a:t>
            </a:r>
          </a:p>
          <a:p>
            <a:r>
              <a:rPr sz="1100"/>
              <a:t>Dobrý den. Když dnes dáte LLM agentovi spec a necháte ho napsat kód, ve většině případů ho napíše. Otázka, kterou si tato práce klade, je: proč zrovna takhle? A jestli to, jak ho píše, lze nějak řídit.</a:t>
            </a:r>
          </a:p>
          <a:p>
            <a:r>
              <a:rPr sz="1100"/>
              <a:t>[Plynule navázat na slide 2.]</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t>[~75 s, čtyři sekce: Motivace, Téma, Throughline, Struktura prezentace]</a:t>
            </a:r>
          </a:p>
          <a:p>
            <a:r>
              <a:rPr sz="1100"/>
              <a:t>[1] MOTIVACE (~20 s). AI agenti dnes umí napsat velké kusy kódu za desítky minut. Když takhle delegujeme víc práce, posouvá se klíčová otázka. Otázka už není, jestli kód projde testy. Otázka je, jestli kontrolujeme, JAK ho píše. Procesní stopa v repu (issue, větve, commity, pull requesty) konzistentně chybí, a benchmarky to neměří, protože měří jen funkčnost.</a:t>
            </a:r>
          </a:p>
          <a:p>
            <a:r>
              <a:rPr sz="1100"/>
              <a:t>[2] TÉMA (~20 s). Tato práce se ptá, jak chování agenta měřit a podle těch dat ladit jeho instrukce. Tedy sada metrik, která pokrývá proces, produkt i zdroje, a postup, jak ji použít k iterativnímu vylepšování toho, jak agent pracuje.</a:t>
            </a:r>
          </a:p>
          <a:p>
            <a:r>
              <a:rPr sz="1100"/>
              <a:t>[3] THROUGHLINE #1 (~10 s). Stručně: MĚŘÍME AGENTA, LADÍME INSTRUKCE. Tuto větu vyslovuji ještě dvakrát, na slidu 7 a 8.</a:t>
            </a:r>
          </a:p>
          <a:p>
            <a:r>
              <a:rPr sz="1100"/>
              <a:t>[4] STRUKTURA PREZENTACE (~25 s). Půjdu tudy: cíle a metodika, krátký stav poznání. Hlavní část jsou dvě sady výsledků: iterativní ladění a ablace složek. Na závěr vlastní přínos a limity.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t>[~90 s]</a:t>
            </a:r>
          </a:p>
          <a:p>
            <a:r>
              <a:rPr sz="1100"/>
              <a:t>Práce má tři cíle a opírá se o jednu případovou studii.</a:t>
            </a:r>
          </a:p>
          <a:p>
            <a:r>
              <a:rPr sz="1100"/>
              <a:t>CÍL 1: navrhnout sadu metrik. Není to empirický běh, je to literárně a metodologicky odvozený návrh ze standardů kvality (Fenton a Bieman, ISO/IEC 25010). Detail rozeberu na slidu 4.</a:t>
            </a:r>
          </a:p>
          <a:p>
            <a:r>
              <a:rPr sz="1100"/>
              <a:t>CÍL 2: ověřit, že iterativní ladění instrukcí funguje. Smyčka spustit, změřit, diagnostikovat, upravit, spustit znovu. Řeším pěti pilotními iteracemi r1 až r5. Mezi nimi se instrukce vyvíjejí podle dat, takže každá iterace je jiná konfigurace, ne replika.</a:t>
            </a:r>
          </a:p>
          <a:p>
            <a:r>
              <a:rPr sz="1100"/>
              <a:t>CÍL 3: ablace. Z pilotu je vzata funkční konfigurace, jednotlivé složky se odeberou a měří se dopad. Dvě varianty, každá pouštěna dvakrát. Tady už jsou to repliky, kvůli stochasticitě modelu.</a:t>
            </a:r>
          </a:p>
          <a:p>
            <a:r>
              <a:rPr sz="1100"/>
              <a:t>RÁMEC: Yin case study, jeden projekt do hloubky. Doména je systém upomínek faktur. Není to experiment ani DSR. Vědomě zůstávám na úrovni analytické generalizace, ne statistické. Cíl 2 proto formuluju jako PROVEDITELNOST, ne jako důkaz účinnosti.</a:t>
            </a:r>
          </a:p>
          <a:p>
            <a:r>
              <a:rPr sz="1100"/>
              <a:t>MĚŘENÍ napříč třemi rovinami: proces, produkt, zdroje. Detail metrik a konkrétních výsledků na slidu 5.</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t>[~45 s]</a:t>
            </a:r>
          </a:p>
          <a:p>
            <a:r>
              <a:rPr sz="1100"/>
              <a:t>Stav poznání má tři linie a jednu díru.</a:t>
            </a:r>
          </a:p>
          <a:p>
            <a:r>
              <a:rPr sz="1100"/>
              <a:t>PRVNÍ LINIE: empirie. Tři nezávislé studie ukazují, že to, jestli kód projde testy, nestačí. METR 2026 analyzovali SWE-bench pull requesty a doložili, že polovina prošlých změn by neprošla code review. Li et al. potvrdili kvalitativní nedostatky na 1 210 mergedch pull requestech. Ehsani et al. na 33 tisících agentních pull requestech identifikovali procesní selhání jako významný podíl odmítnutí. Binární metrika tedy maskuje kvalitativní problém.</a:t>
            </a:r>
          </a:p>
          <a:p>
            <a:r>
              <a:rPr sz="1100"/>
              <a:t>DRUHÁ LINIE: měřící rámce. Klasické benchmarky (SWE-bench, Terminal-bench, HumanEval) měří binárně. Novější vlna posunuje pohled dál: Yin et al. 2025 hodnotí 7 agentních frameworků na 3 osách (úspěch, efektivita reasoning, tokenová režie). To je posun, ale strukturální kvalita kódu (udržovatelnost, čistota) zůstává stranou.</a:t>
            </a:r>
          </a:p>
          <a:p>
            <a:r>
              <a:rPr sz="1100"/>
              <a:t>TŘETÍ LINIE: studie souborů s instrukcemi. Lulla 2026 zkracuje běh o 28 procent, Gloaguen 2026 vidí jen marginální přínos. Obě studie ale měří soubor jako celek, neoddělují jeho složky.</a:t>
            </a:r>
          </a:p>
          <a:p>
            <a:r>
              <a:rPr sz="1100"/>
              <a:t>MEZERA: Holistický pohled napříč procesem, produktem a zdroji současně, a izolace složek instrukcí. Sem tato práce cílí.</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t>[~75 s]</a:t>
            </a:r>
          </a:p>
          <a:p>
            <a:r>
              <a:rPr sz="1100"/>
              <a:t>Cíl 1: navrhnout sadu metrik. Tady je výsledek. 19 metrik napříč třemi dimenzemi.</a:t>
            </a:r>
          </a:p>
          <a:p>
            <a:r>
              <a:rPr sz="1100"/>
              <a:t>PROCES (P1 až P8): jak agent pracoval. Jestli zakládal issues před kódem, jestli každý issue dostal svou větev, jestli psal testy před implementací, jestli psal popisy commitů a pull requestů. Tedy věci, které deterministické benchmarky nevidí, ale které rozhodují, jestli na ten kód v týmu navážeš.</a:t>
            </a:r>
          </a:p>
          <a:p>
            <a:r>
              <a:rPr sz="1100"/>
              <a:t>PRODUKT (Q1 až Q8): co agent vyrobil. Funkční korektnost (projde proti referenční sadě?), kvalita testů (pokrytí, mutační skóre), deterministická kvalita kódu (lint, typecheck, složitost), a designová kvalita posuzovaná LLM soudcem.</a:t>
            </a:r>
          </a:p>
          <a:p>
            <a:r>
              <a:rPr sz="1100"/>
              <a:t>ZDROJE (E1 až E3): kolik to stálo. Tokeny, čas, kompakce kontextu.</a:t>
            </a:r>
          </a:p>
          <a:p>
            <a:r>
              <a:rPr sz="1100"/>
              <a:t>Rámec čerpá z Fenton a Bieman (rozdělení proces/produkt/zdroje) a ISO/IEC 25010 pro charakteristiky kvality kódu. U tří kvalitativních metrik, kde deterministický nástroj nestačí, je použit LLM-as-judge (GLM-5, jiná modelová rodina než hodnocený agent, kvůli self-enhancement bias).</a:t>
            </a:r>
          </a:p>
          <a:p>
            <a:r>
              <a:rPr sz="1100"/>
              <a:t>Detail celé sady metrik je v záložním slidu na konci pro Q&amp;A.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t>[~2:00, CENTERPIECE]</a:t>
            </a:r>
          </a:p>
          <a:p>
            <a:r>
              <a:rPr sz="1100"/>
              <a:t>[SETUP ~20 s] Pilotní fáze: pět běhů, mezi nimi ladím instrukce podle metrik. Po dvou cyklech vidím opakující se vzorec.</a:t>
            </a:r>
          </a:p>
          <a:p>
            <a:r>
              <a:rPr sz="1100"/>
              <a:t>[OBLOUK ~50 s] Tři nezávislá selhání (P2 větev per issue, P3 test-first commit, Q8 dokumentace API) prošla STEJNOU TRAJEKTORIÍ.</a:t>
            </a:r>
          </a:p>
          <a:p>
            <a:r>
              <a:rPr sz="1100"/>
              <a:t>V r1 jsou v instrukcích jako PRAVIDLA: „každý issue má svou větev". Agent je ignoruje.</a:t>
            </a:r>
          </a:p>
          <a:p>
            <a:r>
              <a:rPr sz="1100"/>
              <a:t>V r2 přepíšu na konkrétní PŘÍKAZY: „spusť git checkout -b issue-N". Agent je dodržuje formálně, ne podle záměru. Vytvoří jednu větev a do ní napíše tři issues.</a:t>
            </a:r>
          </a:p>
          <a:p>
            <a:r>
              <a:rPr sz="1100"/>
              <a:t>V r3 přepíšu na VERIFIKAČNÍ KROK: „spusť `gh issue list --state open` a zkontroluj". A teprve tady agent dodržuje záměr.</a:t>
            </a:r>
          </a:p>
          <a:p>
            <a:r>
              <a:rPr sz="1100"/>
              <a:t>[r3 HRDINA ~25 s] R3 je výsledkem tří takových úprav. Procesní checklist P1–P5 splněn celý. Q2 41 ze 42 referenčních testů. Q8 plně. A (což mě překvapilo) byl to NEJLEVNĚJŠÍ BĚH, asi sedmnáct centů. Pro porovnání: nejdražší pilot r4 stál šedesát čtyři centů a měl horší výsledky. Vyšší spotřeba tokenů nekorelovala s lepším výsledkem.</a:t>
            </a:r>
          </a:p>
          <a:p>
            <a:r>
              <a:rPr sz="1100"/>
              <a:t>[NUANCE r5 ~25 s] R5 ukazuje druhou stranu. Stejné instrukce plus jedna úprava. Agent procesní postup IGNOROVAL ÚPLNĚ. Žádné issues, jeden monolitický commit. Ale jednokrokové verifikační příkazy (lint, typecheck) drží i tady. Q5 a Q7 nuly. Verifikační kroky nesou váhu i tehdy, když procesní sekvence selže.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t>[~90 s]</a:t>
            </a:r>
          </a:p>
          <a:p>
            <a:r>
              <a:rPr sz="1100"/>
              <a:t>[SETUP ~15 s] Z r3, vítězného běhu, byly provedeny dvě ablace, každá ve dvou bězích. Cílem bylo rozlišit, které složky AGENTS.md skutečně přispívaly.</a:t>
            </a:r>
          </a:p>
          <a:p>
            <a:r>
              <a:rPr sz="1100"/>
              <a:t>[ABLACE A ~30 s] V ablaci A jsou odebrány VERIFIKAČNÍ KROKY: lint, typecheck, git log. Q2 klesla ze čtyřiceti jedné na třicet pět ze čtyřiceti dvou, lint warningy se ztrojnásobily. Bez explicitního příkazu agent eslint sám nepouští. Předvídatelný výsledek: tyhle verifikace byly do instrukcí přidány v pilotech právě proto, že bez nich metriky selhávaly.</a:t>
            </a:r>
          </a:p>
          <a:p>
            <a:r>
              <a:rPr sz="1100"/>
              <a:t>[ABLACE B ~30 s] V ablaci B jsou odebrány KÓDOVÉ KONVENCE: modulární architektura, strict TypeScript, JSDoc. Deterministické metriky (lint, typy, složitost) zůstaly srovnatelné. Konvence drží z tréninku modelu, ne z instrukcí. Co spadlo, je Q8: designová kvalita posuzovaná LLM soudcem. To je překvapivé. Konvence ovlivňují rozhodnutí, která deterministické nástroje vůbec nezachytí.</a:t>
            </a:r>
          </a:p>
          <a:p>
            <a:r>
              <a:rPr sz="1100"/>
              <a:t>[NUANCE ~15 s] Důležitá nuance: B-1 a B-2 měly Q2 sedmatřicet a jedenáct ze čtyřiceti dvou. Stejné instrukce, dramaticky rozdílný výsledek. Variabilita mezi běhy je srovnatelná s efektem ablace samotné. Dva běhy proto neumožňují kauzální závěr. ABLACE JSOU INDIKATIVNÍ.</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t>[~60 s — CLOSER]</a:t>
            </a:r>
          </a:p>
          <a:p>
            <a:r>
              <a:rPr sz="1100"/>
              <a:t>[PŘÍNOS ~30 s] Co práce přináší. Za prvé: sada metrik napříč procesem, produktem, zdroji. Rozlišuje typy selhání, které jediné výsledkové skóre zakryje. Za druhé: iterativní postup po operacionalizačním oblouku — pravidlo, příkaz, verifikační krok — replikoval se ve třech nezávislých nálezech. Za třetí (a klíčový bod): přenositelný je tenhle postup a sada metrik, ne konkrétní AGENTS.md. Pravidla vyladěná pro MiniMax-M2.5 na TypeScript projektu pro jiný model a jiný jazyk nemusí platit.</a:t>
            </a:r>
          </a:p>
          <a:p>
            <a:r>
              <a:rPr sz="1100"/>
              <a:t>[LIMITY ~20 s] Kde to končí. Případová studie: jeden model, jeden projekt, malé n. Závěry jsou indikativní, ne kauzální: dva běhy na variantu nedovolí oddělit efekt ablace od nedeterminismu modelu. A nedeterminismus byl pozorován silný: v ablaci B-1 a B-2 dávaly stejné instrukce 37 a 11 ze 42 referenčních testů. Dramaticky rozdílný výsledek.</a:t>
            </a:r>
          </a:p>
          <a:p>
            <a:r>
              <a:rPr sz="1100"/>
              <a:t>[CLOSER ~10 s] Měříme agenta, ladíme instrukce. Instrukce pro AI coding agenty se dají navrhovat jako měřená proměnná, ne psát od oka.</a:t>
            </a:r>
          </a:p>
          <a:p>
            <a:r>
              <a:rPr sz="1100"/>
              <a:t>Děkuji vám za pozornost.</a:t>
            </a:r>
          </a:p>
          <a:p>
            <a:r>
              <a:rPr sz="1100"/>
              <a:t>[Slide drží během Q&amp;A.]</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t>[Q&amp;A slide — drží během diskuse.]</a:t>
            </a:r>
          </a:p>
          <a:p>
            <a:r>
              <a:rPr sz="1100"/>
              <a:t>=== OTÁZKY Z POSUDKŮ ===</a:t>
            </a:r>
          </a:p>
          <a:p>
            <a:r>
              <a:rPr sz="1100"/>
              <a:t>VEDOUCÍ (Ing. Jiří Korčák) — 4 otázky:</a:t>
            </a:r>
          </a:p>
          <a:p>
            <a:r>
              <a:rPr sz="1100"/>
              <a:t>1) Role ablační studie — proč nestačily piloty?
   → Ablace izolují jednotlivé složky instrukcí. Piloty mění celou konfiguraci najednou, takže nelze říct, která složka přispěla. Ablace = kontrola přičinění.</a:t>
            </a:r>
          </a:p>
          <a:p>
            <a:r>
              <a:rPr sz="1100"/>
              <a:t>2) Rozdíl P/Q/E metrik + konkrétní příklad?
   → P = proces (issue tracking, commit messages, branch naming), Q = kvalita kódu (lint, typy, komplexita, LLM judge), E = zdroje (tokeny, čas, iterace).
   → Příklad: P1 (issue coverage) měří, jestli agent vytváří issues pro tasky. Q2 (lint warnings) měří čistotu kódu. E1 (token cost) měří cenu běhu.</a:t>
            </a:r>
          </a:p>
          <a:p>
            <a:r>
              <a:rPr sz="1100"/>
              <a:t>3) Jak rozlišit tvůj přínos vs AI asistent?
   → AI asistent pomáhal s textem a kódem, ale design metrik, interpretace výsledků a metodologická rozhodnutí (proč case study, ne experiment) byla autorská. Transparentně deklarováno.</a:t>
            </a:r>
          </a:p>
          <a:p>
            <a:r>
              <a:rPr sz="1100"/>
              <a:t>4) Pravidlo → příkaz → verifikační krok — konkrétní příklad?
   → Pravidlo: "kód má být kvalitní". Příkaz: "používej strict TypeScript". Verifikační krok: "spusť tsc --noEmit před commitem".
   → Bez verifikačního kroku agent příkaz ignoruje (nebo dělá jen někdy). S ním má explicitní checkpoint.</a:t>
            </a:r>
          </a:p>
          <a:p>
            <a:r>
              <a:rPr sz="1100"/>
              <a:t>OPONENT (Ing. Richard Antonín Novák, Ph.D.) — 1 otázka:</a:t>
            </a:r>
          </a:p>
          <a:p>
            <a:r>
              <a:rPr sz="1100"/>
              <a:t>1) Termín "Ablace" — hlubší vysvětlení?
   → Ablace = systematické odebírání složek z funkční konfigurace a měření dopadu. Analogie z ML: odebereš vrstvu z modelu a měříš, co se rozbije.
   → V mé práci: vezmu vítězný běh r3, odeberu verifikace (A) nebo konvence (B), spustím 2× a měřím metriky. Izolace přičinění.</a:t>
            </a:r>
          </a:p>
          <a:p>
            <a:r>
              <a:rPr sz="1100"/>
              <a:t>=== ANTICIPACE DALŠÍCH OTÁZEK ===</a:t>
            </a:r>
          </a:p>
          <a:p>
            <a:r>
              <a:rPr sz="1100"/>
              <a:t>- Proč tyto metriky? → Vyřazeno: příliš subjektivní (readability score), příliš drahé (mutation testing), neaplikovatelné (security audit).
- Proč MiniMax-M2.5? → Open-weight, dostupný, reprodukovatelný. GPT-4 by neumožnil ablace (API nedeterminismus + cena).
- Nejslabší místo? → Nedeterminismus: B-1 vs B-2 měly 37 vs 11 z 42 testů. Dva běhy nestačí na kauzální závěr.
- Co by udělal kolega? → Vzal by sadu metrik + oblouk pravidlo→příkaz→verifikace a aplikoval na svůj projekt. AGENTS.md by napsal sám podle svého modelu.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chart" Target="../charts/chart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Úvodní snímek">
    <p:spTree>
      <p:nvGrpSpPr>
        <p:cNvPr id="1" name=""/>
        <p:cNvGrpSpPr/>
        <p:nvPr/>
      </p:nvGrpSpPr>
      <p:grpSpPr>
        <a:xfrm>
          <a:off x="0" y="0"/>
          <a:ext cx="0" cy="0"/>
          <a:chOff x="0" y="0"/>
          <a:chExt cx="0" cy="0"/>
        </a:xfrm>
      </p:grpSpPr>
      <p:sp>
        <p:nvSpPr>
          <p:cNvPr id="6" name="Zástupný text 2">
            <a:extLst>
              <a:ext uri="{FF2B5EF4-FFF2-40B4-BE49-F238E27FC236}">
                <a16:creationId xmlns:a16="http://schemas.microsoft.com/office/drawing/2014/main" id="{2389DD16-FB00-4D9A-B48C-50050FDDC1F2}"/>
              </a:ext>
            </a:extLst>
          </p:cNvPr>
          <p:cNvSpPr>
            <a:spLocks noGrp="1"/>
          </p:cNvSpPr>
          <p:nvPr>
            <p:ph type="body" idx="13" hasCustomPrompt="1"/>
          </p:nvPr>
        </p:nvSpPr>
        <p:spPr>
          <a:xfrm>
            <a:off x="4838009" y="933549"/>
            <a:ext cx="3718906" cy="311628"/>
          </a:xfrm>
          <a:prstGeom prst="rect">
            <a:avLst/>
          </a:prstGeom>
        </p:spPr>
        <p:txBody>
          <a:bodyPr>
            <a:normAutofit/>
          </a:bodyPr>
          <a:lstStyle>
            <a:lvl1pPr marL="0" indent="0" algn="r">
              <a:buNone/>
              <a:defRPr sz="1500" b="1">
                <a:solidFill>
                  <a:srgbClr val="009881"/>
                </a:solidFill>
              </a:defRPr>
            </a:lvl1pPr>
            <a:lvl2pPr marL="342892" indent="0">
              <a:buNone/>
              <a:defRPr sz="1500">
                <a:solidFill>
                  <a:schemeClr val="tx1">
                    <a:tint val="75000"/>
                  </a:schemeClr>
                </a:solidFill>
              </a:defRPr>
            </a:lvl2pPr>
            <a:lvl3pPr marL="685783" indent="0">
              <a:buNone/>
              <a:defRPr sz="1350">
                <a:solidFill>
                  <a:schemeClr val="tx1">
                    <a:tint val="75000"/>
                  </a:schemeClr>
                </a:solidFill>
              </a:defRPr>
            </a:lvl3pPr>
            <a:lvl4pPr marL="1028675" indent="0">
              <a:buNone/>
              <a:defRPr sz="1200">
                <a:solidFill>
                  <a:schemeClr val="tx1">
                    <a:tint val="75000"/>
                  </a:schemeClr>
                </a:solidFill>
              </a:defRPr>
            </a:lvl4pPr>
            <a:lvl5pPr marL="1371566" indent="0">
              <a:buNone/>
              <a:defRPr sz="1200">
                <a:solidFill>
                  <a:schemeClr val="tx1">
                    <a:tint val="75000"/>
                  </a:schemeClr>
                </a:solidFill>
              </a:defRPr>
            </a:lvl5pPr>
            <a:lvl6pPr marL="1714457" indent="0">
              <a:buNone/>
              <a:defRPr sz="1200">
                <a:solidFill>
                  <a:schemeClr val="tx1">
                    <a:tint val="75000"/>
                  </a:schemeClr>
                </a:solidFill>
              </a:defRPr>
            </a:lvl6pPr>
            <a:lvl7pPr marL="2057348" indent="0">
              <a:buNone/>
              <a:defRPr sz="1200">
                <a:solidFill>
                  <a:schemeClr val="tx1">
                    <a:tint val="75000"/>
                  </a:schemeClr>
                </a:solidFill>
              </a:defRPr>
            </a:lvl7pPr>
            <a:lvl8pPr marL="2400240" indent="0">
              <a:buNone/>
              <a:defRPr sz="1200">
                <a:solidFill>
                  <a:schemeClr val="tx1">
                    <a:tint val="75000"/>
                  </a:schemeClr>
                </a:solidFill>
              </a:defRPr>
            </a:lvl8pPr>
            <a:lvl9pPr marL="2743132" indent="0">
              <a:buNone/>
              <a:defRPr sz="1200">
                <a:solidFill>
                  <a:schemeClr val="tx1">
                    <a:tint val="75000"/>
                  </a:schemeClr>
                </a:solidFill>
              </a:defRPr>
            </a:lvl9pPr>
          </a:lstStyle>
          <a:p>
            <a:pPr lvl="0"/>
            <a:r>
              <a:rPr lang="cs-CZ" dirty="0"/>
              <a:t>Jméno a příjmení autora</a:t>
            </a:r>
          </a:p>
        </p:txBody>
      </p:sp>
      <p:sp>
        <p:nvSpPr>
          <p:cNvPr id="11" name="Zástupný text 2">
            <a:extLst>
              <a:ext uri="{FF2B5EF4-FFF2-40B4-BE49-F238E27FC236}">
                <a16:creationId xmlns:a16="http://schemas.microsoft.com/office/drawing/2014/main" id="{6BBD7AF0-0104-49C6-B49F-55B685879E06}"/>
              </a:ext>
            </a:extLst>
          </p:cNvPr>
          <p:cNvSpPr>
            <a:spLocks noGrp="1"/>
          </p:cNvSpPr>
          <p:nvPr>
            <p:ph type="body" idx="14" hasCustomPrompt="1"/>
          </p:nvPr>
        </p:nvSpPr>
        <p:spPr>
          <a:xfrm>
            <a:off x="4838009" y="1245177"/>
            <a:ext cx="3718906" cy="311628"/>
          </a:xfrm>
          <a:prstGeom prst="rect">
            <a:avLst/>
          </a:prstGeom>
        </p:spPr>
        <p:txBody>
          <a:bodyPr>
            <a:normAutofit/>
          </a:bodyPr>
          <a:lstStyle>
            <a:lvl1pPr marL="0" indent="0" algn="r">
              <a:buNone/>
              <a:defRPr sz="1400">
                <a:solidFill>
                  <a:srgbClr val="4A4A49"/>
                </a:solidFill>
              </a:defRPr>
            </a:lvl1pPr>
            <a:lvl2pPr marL="342892" indent="0">
              <a:buNone/>
              <a:defRPr sz="1500">
                <a:solidFill>
                  <a:schemeClr val="tx1">
                    <a:tint val="75000"/>
                  </a:schemeClr>
                </a:solidFill>
              </a:defRPr>
            </a:lvl2pPr>
            <a:lvl3pPr marL="685783" indent="0">
              <a:buNone/>
              <a:defRPr sz="1350">
                <a:solidFill>
                  <a:schemeClr val="tx1">
                    <a:tint val="75000"/>
                  </a:schemeClr>
                </a:solidFill>
              </a:defRPr>
            </a:lvl3pPr>
            <a:lvl4pPr marL="1028675" indent="0">
              <a:buNone/>
              <a:defRPr sz="1200">
                <a:solidFill>
                  <a:schemeClr val="tx1">
                    <a:tint val="75000"/>
                  </a:schemeClr>
                </a:solidFill>
              </a:defRPr>
            </a:lvl4pPr>
            <a:lvl5pPr marL="1371566" indent="0">
              <a:buNone/>
              <a:defRPr sz="1200">
                <a:solidFill>
                  <a:schemeClr val="tx1">
                    <a:tint val="75000"/>
                  </a:schemeClr>
                </a:solidFill>
              </a:defRPr>
            </a:lvl5pPr>
            <a:lvl6pPr marL="1714457" indent="0">
              <a:buNone/>
              <a:defRPr sz="1200">
                <a:solidFill>
                  <a:schemeClr val="tx1">
                    <a:tint val="75000"/>
                  </a:schemeClr>
                </a:solidFill>
              </a:defRPr>
            </a:lvl6pPr>
            <a:lvl7pPr marL="2057348" indent="0">
              <a:buNone/>
              <a:defRPr sz="1200">
                <a:solidFill>
                  <a:schemeClr val="tx1">
                    <a:tint val="75000"/>
                  </a:schemeClr>
                </a:solidFill>
              </a:defRPr>
            </a:lvl7pPr>
            <a:lvl8pPr marL="2400240" indent="0">
              <a:buNone/>
              <a:defRPr sz="1200">
                <a:solidFill>
                  <a:schemeClr val="tx1">
                    <a:tint val="75000"/>
                  </a:schemeClr>
                </a:solidFill>
              </a:defRPr>
            </a:lvl8pPr>
            <a:lvl9pPr marL="2743132" indent="0">
              <a:buNone/>
              <a:defRPr sz="1200">
                <a:solidFill>
                  <a:schemeClr val="tx1">
                    <a:tint val="75000"/>
                  </a:schemeClr>
                </a:solidFill>
              </a:defRPr>
            </a:lvl9pPr>
          </a:lstStyle>
          <a:p>
            <a:pPr lvl="0"/>
            <a:r>
              <a:rPr lang="cs-CZ" dirty="0"/>
              <a:t>Název katedry / oddělení</a:t>
            </a:r>
          </a:p>
        </p:txBody>
      </p:sp>
      <p:sp>
        <p:nvSpPr>
          <p:cNvPr id="12" name="Nadpis 1">
            <a:extLst>
              <a:ext uri="{FF2B5EF4-FFF2-40B4-BE49-F238E27FC236}">
                <a16:creationId xmlns:a16="http://schemas.microsoft.com/office/drawing/2014/main" id="{6609EC98-6EA4-4C3E-A04D-5D810F2A423B}"/>
              </a:ext>
            </a:extLst>
          </p:cNvPr>
          <p:cNvSpPr>
            <a:spLocks noGrp="1"/>
          </p:cNvSpPr>
          <p:nvPr>
            <p:ph type="ctrTitle" hasCustomPrompt="1"/>
          </p:nvPr>
        </p:nvSpPr>
        <p:spPr>
          <a:xfrm>
            <a:off x="653591" y="2591091"/>
            <a:ext cx="7886701" cy="1782150"/>
          </a:xfrm>
          <a:prstGeom prst="rect">
            <a:avLst/>
          </a:prstGeom>
        </p:spPr>
        <p:txBody>
          <a:bodyPr anchor="t"/>
          <a:lstStyle>
            <a:lvl1pPr algn="l">
              <a:defRPr sz="4500">
                <a:solidFill>
                  <a:srgbClr val="4A4A49"/>
                </a:solidFill>
                <a:latin typeface="Arial" panose="020B0604020202020204" pitchFamily="34" charset="0"/>
                <a:cs typeface="Arial" panose="020B0604020202020204" pitchFamily="34" charset="0"/>
              </a:defRPr>
            </a:lvl1pPr>
          </a:lstStyle>
          <a:p>
            <a:r>
              <a:rPr lang="cs-CZ" dirty="0"/>
              <a:t>Název prezentace</a:t>
            </a:r>
          </a:p>
        </p:txBody>
      </p:sp>
      <p:sp>
        <p:nvSpPr>
          <p:cNvPr id="13" name="Podnadpis 2">
            <a:extLst>
              <a:ext uri="{FF2B5EF4-FFF2-40B4-BE49-F238E27FC236}">
                <a16:creationId xmlns:a16="http://schemas.microsoft.com/office/drawing/2014/main" id="{8DECF7AF-89F1-4012-9B20-327F67C10BB0}"/>
              </a:ext>
            </a:extLst>
          </p:cNvPr>
          <p:cNvSpPr>
            <a:spLocks noGrp="1"/>
          </p:cNvSpPr>
          <p:nvPr>
            <p:ph type="subTitle" idx="1"/>
          </p:nvPr>
        </p:nvSpPr>
        <p:spPr>
          <a:xfrm>
            <a:off x="668831" y="4487541"/>
            <a:ext cx="7871461" cy="813654"/>
          </a:xfrm>
          <a:prstGeom prst="rect">
            <a:avLst/>
          </a:prstGeom>
        </p:spPr>
        <p:txBody>
          <a:bodyPr/>
          <a:lstStyle>
            <a:lvl1pPr marL="0" indent="0" algn="l">
              <a:buNone/>
              <a:defRPr sz="1800" b="0">
                <a:solidFill>
                  <a:srgbClr val="4A4A49"/>
                </a:solidFill>
                <a:latin typeface="Arial" panose="020B0604020202020204" pitchFamily="34" charset="0"/>
                <a:cs typeface="Arial" panose="020B0604020202020204" pitchFamily="34" charset="0"/>
              </a:defRPr>
            </a:lvl1pPr>
            <a:lvl2pPr marL="342892" indent="0" algn="ctr">
              <a:buNone/>
              <a:defRPr sz="1500"/>
            </a:lvl2pPr>
            <a:lvl3pPr marL="685783" indent="0" algn="ctr">
              <a:buNone/>
              <a:defRPr sz="1350"/>
            </a:lvl3pPr>
            <a:lvl4pPr marL="1028675" indent="0" algn="ctr">
              <a:buNone/>
              <a:defRPr sz="1200"/>
            </a:lvl4pPr>
            <a:lvl5pPr marL="1371566" indent="0" algn="ctr">
              <a:buNone/>
              <a:defRPr sz="1200"/>
            </a:lvl5pPr>
            <a:lvl6pPr marL="1714457" indent="0" algn="ctr">
              <a:buNone/>
              <a:defRPr sz="1200"/>
            </a:lvl6pPr>
            <a:lvl7pPr marL="2057348" indent="0" algn="ctr">
              <a:buNone/>
              <a:defRPr sz="1200"/>
            </a:lvl7pPr>
            <a:lvl8pPr marL="2400240" indent="0" algn="ctr">
              <a:buNone/>
              <a:defRPr sz="1200"/>
            </a:lvl8pPr>
            <a:lvl9pPr marL="2743132" indent="0" algn="ctr">
              <a:buNone/>
              <a:defRPr sz="1200"/>
            </a:lvl9pPr>
          </a:lstStyle>
          <a:p>
            <a:r>
              <a:rPr lang="cs-CZ"/>
              <a:t>Kliknutím můžete upravit styl předlohy.</a:t>
            </a:r>
            <a:endParaRPr lang="cs-CZ" dirty="0"/>
          </a:p>
        </p:txBody>
      </p:sp>
    </p:spTree>
    <p:extLst>
      <p:ext uri="{BB962C8B-B14F-4D97-AF65-F5344CB8AC3E}">
        <p14:creationId xmlns:p14="http://schemas.microsoft.com/office/powerpoint/2010/main" val="10541762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Úvodní snímek">
    <p:spTree>
      <p:nvGrpSpPr>
        <p:cNvPr id="1" name=""/>
        <p:cNvGrpSpPr/>
        <p:nvPr/>
      </p:nvGrpSpPr>
      <p:grpSpPr>
        <a:xfrm>
          <a:off x="0" y="0"/>
          <a:ext cx="0" cy="0"/>
          <a:chOff x="0" y="0"/>
          <a:chExt cx="0" cy="0"/>
        </a:xfrm>
      </p:grpSpPr>
      <p:sp>
        <p:nvSpPr>
          <p:cNvPr id="6" name="Zástupný text 2">
            <a:extLst>
              <a:ext uri="{FF2B5EF4-FFF2-40B4-BE49-F238E27FC236}">
                <a16:creationId xmlns:a16="http://schemas.microsoft.com/office/drawing/2014/main" id="{9235DDD2-26F3-4A0D-93F4-FB32B5B241DA}"/>
              </a:ext>
            </a:extLst>
          </p:cNvPr>
          <p:cNvSpPr>
            <a:spLocks noGrp="1"/>
          </p:cNvSpPr>
          <p:nvPr>
            <p:ph type="body" idx="15" hasCustomPrompt="1"/>
          </p:nvPr>
        </p:nvSpPr>
        <p:spPr>
          <a:xfrm>
            <a:off x="4838009" y="870423"/>
            <a:ext cx="3718906" cy="311628"/>
          </a:xfrm>
          <a:prstGeom prst="rect">
            <a:avLst/>
          </a:prstGeom>
        </p:spPr>
        <p:txBody>
          <a:bodyPr>
            <a:normAutofit/>
          </a:bodyPr>
          <a:lstStyle>
            <a:lvl1pPr marL="0" indent="0" algn="r">
              <a:buNone/>
              <a:defRPr sz="1500" b="1">
                <a:solidFill>
                  <a:srgbClr val="89F7E2"/>
                </a:solidFill>
              </a:defRPr>
            </a:lvl1pPr>
            <a:lvl2pPr marL="342892" indent="0">
              <a:buNone/>
              <a:defRPr sz="1500">
                <a:solidFill>
                  <a:schemeClr val="tx1">
                    <a:tint val="75000"/>
                  </a:schemeClr>
                </a:solidFill>
              </a:defRPr>
            </a:lvl2pPr>
            <a:lvl3pPr marL="685783" indent="0">
              <a:buNone/>
              <a:defRPr sz="1350">
                <a:solidFill>
                  <a:schemeClr val="tx1">
                    <a:tint val="75000"/>
                  </a:schemeClr>
                </a:solidFill>
              </a:defRPr>
            </a:lvl3pPr>
            <a:lvl4pPr marL="1028675" indent="0">
              <a:buNone/>
              <a:defRPr sz="1200">
                <a:solidFill>
                  <a:schemeClr val="tx1">
                    <a:tint val="75000"/>
                  </a:schemeClr>
                </a:solidFill>
              </a:defRPr>
            </a:lvl4pPr>
            <a:lvl5pPr marL="1371566" indent="0">
              <a:buNone/>
              <a:defRPr sz="1200">
                <a:solidFill>
                  <a:schemeClr val="tx1">
                    <a:tint val="75000"/>
                  </a:schemeClr>
                </a:solidFill>
              </a:defRPr>
            </a:lvl5pPr>
            <a:lvl6pPr marL="1714457" indent="0">
              <a:buNone/>
              <a:defRPr sz="1200">
                <a:solidFill>
                  <a:schemeClr val="tx1">
                    <a:tint val="75000"/>
                  </a:schemeClr>
                </a:solidFill>
              </a:defRPr>
            </a:lvl6pPr>
            <a:lvl7pPr marL="2057348" indent="0">
              <a:buNone/>
              <a:defRPr sz="1200">
                <a:solidFill>
                  <a:schemeClr val="tx1">
                    <a:tint val="75000"/>
                  </a:schemeClr>
                </a:solidFill>
              </a:defRPr>
            </a:lvl7pPr>
            <a:lvl8pPr marL="2400240" indent="0">
              <a:buNone/>
              <a:defRPr sz="1200">
                <a:solidFill>
                  <a:schemeClr val="tx1">
                    <a:tint val="75000"/>
                  </a:schemeClr>
                </a:solidFill>
              </a:defRPr>
            </a:lvl8pPr>
            <a:lvl9pPr marL="2743132" indent="0">
              <a:buNone/>
              <a:defRPr sz="1200">
                <a:solidFill>
                  <a:schemeClr val="tx1">
                    <a:tint val="75000"/>
                  </a:schemeClr>
                </a:solidFill>
              </a:defRPr>
            </a:lvl9pPr>
          </a:lstStyle>
          <a:p>
            <a:pPr lvl="0"/>
            <a:r>
              <a:rPr lang="cs-CZ" dirty="0"/>
              <a:t>Jméno a příjmení autora</a:t>
            </a:r>
          </a:p>
        </p:txBody>
      </p:sp>
      <p:sp>
        <p:nvSpPr>
          <p:cNvPr id="11" name="Zástupný text 2">
            <a:extLst>
              <a:ext uri="{FF2B5EF4-FFF2-40B4-BE49-F238E27FC236}">
                <a16:creationId xmlns:a16="http://schemas.microsoft.com/office/drawing/2014/main" id="{D7300AA5-064D-49EA-BBBE-873363EE3286}"/>
              </a:ext>
            </a:extLst>
          </p:cNvPr>
          <p:cNvSpPr>
            <a:spLocks noGrp="1"/>
          </p:cNvSpPr>
          <p:nvPr>
            <p:ph type="body" idx="16" hasCustomPrompt="1"/>
          </p:nvPr>
        </p:nvSpPr>
        <p:spPr>
          <a:xfrm>
            <a:off x="4838009" y="1182051"/>
            <a:ext cx="3718906" cy="311628"/>
          </a:xfrm>
          <a:prstGeom prst="rect">
            <a:avLst/>
          </a:prstGeom>
        </p:spPr>
        <p:txBody>
          <a:bodyPr>
            <a:normAutofit/>
          </a:bodyPr>
          <a:lstStyle>
            <a:lvl1pPr marL="0" indent="0" algn="r">
              <a:buNone/>
              <a:defRPr sz="1400">
                <a:solidFill>
                  <a:schemeClr val="bg1"/>
                </a:solidFill>
              </a:defRPr>
            </a:lvl1pPr>
            <a:lvl2pPr marL="342892" indent="0">
              <a:buNone/>
              <a:defRPr sz="1500">
                <a:solidFill>
                  <a:schemeClr val="tx1">
                    <a:tint val="75000"/>
                  </a:schemeClr>
                </a:solidFill>
              </a:defRPr>
            </a:lvl2pPr>
            <a:lvl3pPr marL="685783" indent="0">
              <a:buNone/>
              <a:defRPr sz="1350">
                <a:solidFill>
                  <a:schemeClr val="tx1">
                    <a:tint val="75000"/>
                  </a:schemeClr>
                </a:solidFill>
              </a:defRPr>
            </a:lvl3pPr>
            <a:lvl4pPr marL="1028675" indent="0">
              <a:buNone/>
              <a:defRPr sz="1200">
                <a:solidFill>
                  <a:schemeClr val="tx1">
                    <a:tint val="75000"/>
                  </a:schemeClr>
                </a:solidFill>
              </a:defRPr>
            </a:lvl4pPr>
            <a:lvl5pPr marL="1371566" indent="0">
              <a:buNone/>
              <a:defRPr sz="1200">
                <a:solidFill>
                  <a:schemeClr val="tx1">
                    <a:tint val="75000"/>
                  </a:schemeClr>
                </a:solidFill>
              </a:defRPr>
            </a:lvl5pPr>
            <a:lvl6pPr marL="1714457" indent="0">
              <a:buNone/>
              <a:defRPr sz="1200">
                <a:solidFill>
                  <a:schemeClr val="tx1">
                    <a:tint val="75000"/>
                  </a:schemeClr>
                </a:solidFill>
              </a:defRPr>
            </a:lvl6pPr>
            <a:lvl7pPr marL="2057348" indent="0">
              <a:buNone/>
              <a:defRPr sz="1200">
                <a:solidFill>
                  <a:schemeClr val="tx1">
                    <a:tint val="75000"/>
                  </a:schemeClr>
                </a:solidFill>
              </a:defRPr>
            </a:lvl7pPr>
            <a:lvl8pPr marL="2400240" indent="0">
              <a:buNone/>
              <a:defRPr sz="1200">
                <a:solidFill>
                  <a:schemeClr val="tx1">
                    <a:tint val="75000"/>
                  </a:schemeClr>
                </a:solidFill>
              </a:defRPr>
            </a:lvl8pPr>
            <a:lvl9pPr marL="2743132" indent="0">
              <a:buNone/>
              <a:defRPr sz="1200">
                <a:solidFill>
                  <a:schemeClr val="tx1">
                    <a:tint val="75000"/>
                  </a:schemeClr>
                </a:solidFill>
              </a:defRPr>
            </a:lvl9pPr>
          </a:lstStyle>
          <a:p>
            <a:pPr lvl="0"/>
            <a:r>
              <a:rPr lang="cs-CZ" dirty="0"/>
              <a:t>Jmeno.prijmeni@vse.cz</a:t>
            </a:r>
          </a:p>
        </p:txBody>
      </p:sp>
      <p:sp>
        <p:nvSpPr>
          <p:cNvPr id="12" name="Nadpis 1">
            <a:extLst>
              <a:ext uri="{FF2B5EF4-FFF2-40B4-BE49-F238E27FC236}">
                <a16:creationId xmlns:a16="http://schemas.microsoft.com/office/drawing/2014/main" id="{2206462F-D376-411D-9D76-52EE5EED75D7}"/>
              </a:ext>
            </a:extLst>
          </p:cNvPr>
          <p:cNvSpPr>
            <a:spLocks noGrp="1"/>
          </p:cNvSpPr>
          <p:nvPr>
            <p:ph type="ctrTitle" hasCustomPrompt="1"/>
          </p:nvPr>
        </p:nvSpPr>
        <p:spPr>
          <a:xfrm>
            <a:off x="653591" y="2591091"/>
            <a:ext cx="7886701" cy="1782150"/>
          </a:xfrm>
          <a:prstGeom prst="rect">
            <a:avLst/>
          </a:prstGeom>
        </p:spPr>
        <p:txBody>
          <a:bodyPr anchor="t"/>
          <a:lstStyle>
            <a:lvl1pPr algn="l">
              <a:defRPr sz="4500">
                <a:solidFill>
                  <a:schemeClr val="bg1"/>
                </a:solidFill>
                <a:latin typeface="Arial" panose="020B0604020202020204" pitchFamily="34" charset="0"/>
                <a:cs typeface="Arial" panose="020B0604020202020204" pitchFamily="34" charset="0"/>
              </a:defRPr>
            </a:lvl1pPr>
          </a:lstStyle>
          <a:p>
            <a:r>
              <a:rPr lang="cs-CZ" dirty="0"/>
              <a:t>Název prezentace</a:t>
            </a:r>
          </a:p>
        </p:txBody>
      </p:sp>
      <p:sp>
        <p:nvSpPr>
          <p:cNvPr id="13" name="Podnadpis 2">
            <a:extLst>
              <a:ext uri="{FF2B5EF4-FFF2-40B4-BE49-F238E27FC236}">
                <a16:creationId xmlns:a16="http://schemas.microsoft.com/office/drawing/2014/main" id="{A3092441-B532-4881-997F-6A08EF5187C6}"/>
              </a:ext>
            </a:extLst>
          </p:cNvPr>
          <p:cNvSpPr>
            <a:spLocks noGrp="1"/>
          </p:cNvSpPr>
          <p:nvPr>
            <p:ph type="subTitle" idx="1"/>
          </p:nvPr>
        </p:nvSpPr>
        <p:spPr>
          <a:xfrm>
            <a:off x="668831" y="4487541"/>
            <a:ext cx="7871461" cy="813654"/>
          </a:xfrm>
          <a:prstGeom prst="rect">
            <a:avLst/>
          </a:prstGeom>
        </p:spPr>
        <p:txBody>
          <a:bodyPr/>
          <a:lstStyle>
            <a:lvl1pPr marL="0" indent="0" algn="l">
              <a:buNone/>
              <a:defRPr sz="1800" b="0">
                <a:solidFill>
                  <a:schemeClr val="bg1"/>
                </a:solidFill>
                <a:latin typeface="Arial" panose="020B0604020202020204" pitchFamily="34" charset="0"/>
                <a:cs typeface="Arial" panose="020B0604020202020204" pitchFamily="34" charset="0"/>
              </a:defRPr>
            </a:lvl1pPr>
            <a:lvl2pPr marL="342892" indent="0" algn="ctr">
              <a:buNone/>
              <a:defRPr sz="1500"/>
            </a:lvl2pPr>
            <a:lvl3pPr marL="685783" indent="0" algn="ctr">
              <a:buNone/>
              <a:defRPr sz="1350"/>
            </a:lvl3pPr>
            <a:lvl4pPr marL="1028675" indent="0" algn="ctr">
              <a:buNone/>
              <a:defRPr sz="1200"/>
            </a:lvl4pPr>
            <a:lvl5pPr marL="1371566" indent="0" algn="ctr">
              <a:buNone/>
              <a:defRPr sz="1200"/>
            </a:lvl5pPr>
            <a:lvl6pPr marL="1714457" indent="0" algn="ctr">
              <a:buNone/>
              <a:defRPr sz="1200"/>
            </a:lvl6pPr>
            <a:lvl7pPr marL="2057348" indent="0" algn="ctr">
              <a:buNone/>
              <a:defRPr sz="1200"/>
            </a:lvl7pPr>
            <a:lvl8pPr marL="2400240" indent="0" algn="ctr">
              <a:buNone/>
              <a:defRPr sz="1200"/>
            </a:lvl8pPr>
            <a:lvl9pPr marL="2743132" indent="0" algn="ctr">
              <a:buNone/>
              <a:defRPr sz="1200"/>
            </a:lvl9pPr>
          </a:lstStyle>
          <a:p>
            <a:r>
              <a:rPr lang="cs-CZ" dirty="0"/>
              <a:t>Kliknutím můžete upravit styl předlohy.</a:t>
            </a:r>
          </a:p>
        </p:txBody>
      </p:sp>
    </p:spTree>
    <p:extLst>
      <p:ext uri="{BB962C8B-B14F-4D97-AF65-F5344CB8AC3E}">
        <p14:creationId xmlns:p14="http://schemas.microsoft.com/office/powerpoint/2010/main" val="37270895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Nadpis a obsah">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51FEBE9D-4844-416F-A47B-E71F5CB39341}"/>
              </a:ext>
            </a:extLst>
          </p:cNvPr>
          <p:cNvSpPr>
            <a:spLocks noGrp="1"/>
          </p:cNvSpPr>
          <p:nvPr>
            <p:ph type="title"/>
          </p:nvPr>
        </p:nvSpPr>
        <p:spPr/>
        <p:txBody>
          <a:bodyPr/>
          <a:lstStyle/>
          <a:p>
            <a:r>
              <a:rPr lang="cs-CZ"/>
              <a:t>Kliknutím lze upravit styl.</a:t>
            </a:r>
          </a:p>
        </p:txBody>
      </p:sp>
      <p:sp>
        <p:nvSpPr>
          <p:cNvPr id="3" name="Zástupný obsah 2">
            <a:extLst>
              <a:ext uri="{FF2B5EF4-FFF2-40B4-BE49-F238E27FC236}">
                <a16:creationId xmlns:a16="http://schemas.microsoft.com/office/drawing/2014/main" id="{3D6471AA-641D-48E4-895F-2C70DDA447D1}"/>
              </a:ext>
            </a:extLst>
          </p:cNvPr>
          <p:cNvSpPr>
            <a:spLocks noGrp="1"/>
          </p:cNvSpPr>
          <p:nvPr>
            <p:ph idx="1"/>
          </p:nvPr>
        </p:nvSpPr>
        <p:spPr>
          <a:xfrm>
            <a:off x="628650" y="1924055"/>
            <a:ext cx="7779544" cy="4493370"/>
          </a:xfrm>
        </p:spPr>
        <p:txBody>
          <a:bodyPr/>
          <a:lstStyle/>
          <a:p>
            <a:pPr lvl="0"/>
            <a:r>
              <a:rPr lang="cs-CZ"/>
              <a:t>Po kliknutí můžete upravovat styly textu v předloze.</a:t>
            </a:r>
          </a:p>
          <a:p>
            <a:pPr lvl="1"/>
            <a:r>
              <a:rPr lang="cs-CZ"/>
              <a:t>Druhá úroveň</a:t>
            </a:r>
          </a:p>
          <a:p>
            <a:pPr lvl="2"/>
            <a:r>
              <a:rPr lang="cs-CZ"/>
              <a:t>Třetí úroveň</a:t>
            </a:r>
          </a:p>
          <a:p>
            <a:pPr lvl="3"/>
            <a:r>
              <a:rPr lang="cs-CZ"/>
              <a:t>Čtvrtá úroveň</a:t>
            </a:r>
          </a:p>
          <a:p>
            <a:pPr lvl="4"/>
            <a:r>
              <a:rPr lang="cs-CZ"/>
              <a:t>Pátá úroveň</a:t>
            </a:r>
          </a:p>
        </p:txBody>
      </p:sp>
      <p:sp>
        <p:nvSpPr>
          <p:cNvPr id="4" name="Zástupný symbol pro datum 3">
            <a:extLst>
              <a:ext uri="{FF2B5EF4-FFF2-40B4-BE49-F238E27FC236}">
                <a16:creationId xmlns:a16="http://schemas.microsoft.com/office/drawing/2014/main" id="{5D51239B-9FE1-4DB1-BD79-B7D38D332703}"/>
              </a:ext>
            </a:extLst>
          </p:cNvPr>
          <p:cNvSpPr>
            <a:spLocks noGrp="1"/>
          </p:cNvSpPr>
          <p:nvPr>
            <p:ph type="dt" sz="half" idx="10"/>
          </p:nvPr>
        </p:nvSpPr>
        <p:spPr/>
        <p:txBody>
          <a:bodyPr/>
          <a:lstStyle/>
          <a:p>
            <a:fld id="{8B329ADC-2255-4EF3-B5C0-B90829E78CD9}" type="datetimeFigureOut">
              <a:rPr lang="cs-CZ" smtClean="0"/>
              <a:t>18.06.2024</a:t>
            </a:fld>
            <a:endParaRPr lang="cs-CZ"/>
          </a:p>
        </p:txBody>
      </p:sp>
      <p:sp>
        <p:nvSpPr>
          <p:cNvPr id="5" name="Zástupný symbol pro zápatí 4">
            <a:extLst>
              <a:ext uri="{FF2B5EF4-FFF2-40B4-BE49-F238E27FC236}">
                <a16:creationId xmlns:a16="http://schemas.microsoft.com/office/drawing/2014/main" id="{1E3E641A-DC32-4DD9-8307-46D9DFF58602}"/>
              </a:ext>
            </a:extLst>
          </p:cNvPr>
          <p:cNvSpPr>
            <a:spLocks noGrp="1"/>
          </p:cNvSpPr>
          <p:nvPr>
            <p:ph type="ftr" sz="quarter" idx="11"/>
          </p:nvPr>
        </p:nvSpPr>
        <p:spPr/>
        <p:txBody>
          <a:bodyPr/>
          <a:lstStyle/>
          <a:p>
            <a:endParaRPr lang="cs-CZ"/>
          </a:p>
        </p:txBody>
      </p:sp>
      <p:sp>
        <p:nvSpPr>
          <p:cNvPr id="6" name="Zástupný symbol pro číslo snímku 5">
            <a:extLst>
              <a:ext uri="{FF2B5EF4-FFF2-40B4-BE49-F238E27FC236}">
                <a16:creationId xmlns:a16="http://schemas.microsoft.com/office/drawing/2014/main" id="{E92F49C3-090D-4190-9CE2-36066030CB2B}"/>
              </a:ext>
            </a:extLst>
          </p:cNvPr>
          <p:cNvSpPr>
            <a:spLocks noGrp="1"/>
          </p:cNvSpPr>
          <p:nvPr>
            <p:ph type="sldNum" sz="quarter" idx="12"/>
          </p:nvPr>
        </p:nvSpPr>
        <p:spPr/>
        <p:txBody>
          <a:bodyPr/>
          <a:lstStyle/>
          <a:p>
            <a:fld id="{195CA258-668E-4A85-A197-2757C3BEE154}" type="slidenum">
              <a:rPr lang="cs-CZ" smtClean="0"/>
              <a:t>‹#›</a:t>
            </a:fld>
            <a:endParaRPr lang="cs-CZ"/>
          </a:p>
        </p:txBody>
      </p:sp>
    </p:spTree>
    <p:extLst>
      <p:ext uri="{BB962C8B-B14F-4D97-AF65-F5344CB8AC3E}">
        <p14:creationId xmlns:p14="http://schemas.microsoft.com/office/powerpoint/2010/main" val="25379686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Úvodní snímek">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82EAB441-3D76-4218-81BE-D7E4F3F92A2E}"/>
              </a:ext>
            </a:extLst>
          </p:cNvPr>
          <p:cNvSpPr>
            <a:spLocks noGrp="1"/>
          </p:cNvSpPr>
          <p:nvPr>
            <p:ph type="ctrTitle"/>
          </p:nvPr>
        </p:nvSpPr>
        <p:spPr>
          <a:xfrm>
            <a:off x="1143000" y="1122363"/>
            <a:ext cx="6858000" cy="2387600"/>
          </a:xfrm>
        </p:spPr>
        <p:txBody>
          <a:bodyPr anchor="b"/>
          <a:lstStyle>
            <a:lvl1pPr algn="ctr">
              <a:defRPr sz="4500"/>
            </a:lvl1pPr>
          </a:lstStyle>
          <a:p>
            <a:r>
              <a:rPr lang="cs-CZ" dirty="0"/>
              <a:t>Kliknutím lze upravit styl.</a:t>
            </a:r>
          </a:p>
        </p:txBody>
      </p:sp>
      <p:sp>
        <p:nvSpPr>
          <p:cNvPr id="3" name="Podnadpis 2">
            <a:extLst>
              <a:ext uri="{FF2B5EF4-FFF2-40B4-BE49-F238E27FC236}">
                <a16:creationId xmlns:a16="http://schemas.microsoft.com/office/drawing/2014/main" id="{BA84F63F-E322-46AC-A5C6-E1540E1BD2F1}"/>
              </a:ext>
            </a:extLst>
          </p:cNvPr>
          <p:cNvSpPr>
            <a:spLocks noGrp="1"/>
          </p:cNvSpPr>
          <p:nvPr>
            <p:ph type="subTitle" idx="1"/>
          </p:nvPr>
        </p:nvSpPr>
        <p:spPr>
          <a:xfrm>
            <a:off x="1143000" y="3602038"/>
            <a:ext cx="6858000" cy="1655762"/>
          </a:xfrm>
        </p:spPr>
        <p:txBody>
          <a:bodyPr/>
          <a:lstStyle>
            <a:lvl1pPr marL="0" indent="0" algn="ctr">
              <a:buNone/>
              <a:defRPr sz="1800"/>
            </a:lvl1pPr>
            <a:lvl2pPr marL="342892" indent="0" algn="ctr">
              <a:buNone/>
              <a:defRPr sz="1500"/>
            </a:lvl2pPr>
            <a:lvl3pPr marL="685783" indent="0" algn="ctr">
              <a:buNone/>
              <a:defRPr sz="1350"/>
            </a:lvl3pPr>
            <a:lvl4pPr marL="1028675" indent="0" algn="ctr">
              <a:buNone/>
              <a:defRPr sz="1200"/>
            </a:lvl4pPr>
            <a:lvl5pPr marL="1371566" indent="0" algn="ctr">
              <a:buNone/>
              <a:defRPr sz="1200"/>
            </a:lvl5pPr>
            <a:lvl6pPr marL="1714457" indent="0" algn="ctr">
              <a:buNone/>
              <a:defRPr sz="1200"/>
            </a:lvl6pPr>
            <a:lvl7pPr marL="2057348" indent="0" algn="ctr">
              <a:buNone/>
              <a:defRPr sz="1200"/>
            </a:lvl7pPr>
            <a:lvl8pPr marL="2400240" indent="0" algn="ctr">
              <a:buNone/>
              <a:defRPr sz="1200"/>
            </a:lvl8pPr>
            <a:lvl9pPr marL="2743132" indent="0" algn="ctr">
              <a:buNone/>
              <a:defRPr sz="1200"/>
            </a:lvl9pPr>
          </a:lstStyle>
          <a:p>
            <a:r>
              <a:rPr lang="cs-CZ"/>
              <a:t>Kliknutím můžete upravit styl předlohy.</a:t>
            </a:r>
          </a:p>
        </p:txBody>
      </p:sp>
      <p:sp>
        <p:nvSpPr>
          <p:cNvPr id="4" name="Zástupný symbol pro datum 3">
            <a:extLst>
              <a:ext uri="{FF2B5EF4-FFF2-40B4-BE49-F238E27FC236}">
                <a16:creationId xmlns:a16="http://schemas.microsoft.com/office/drawing/2014/main" id="{1939DC5B-E1B0-4FCB-9D9A-C6471A28B39B}"/>
              </a:ext>
            </a:extLst>
          </p:cNvPr>
          <p:cNvSpPr>
            <a:spLocks noGrp="1"/>
          </p:cNvSpPr>
          <p:nvPr>
            <p:ph type="dt" sz="half" idx="10"/>
          </p:nvPr>
        </p:nvSpPr>
        <p:spPr/>
        <p:txBody>
          <a:bodyPr/>
          <a:lstStyle/>
          <a:p>
            <a:fld id="{8B329ADC-2255-4EF3-B5C0-B90829E78CD9}" type="datetimeFigureOut">
              <a:rPr lang="cs-CZ" smtClean="0"/>
              <a:t>18.06.2024</a:t>
            </a:fld>
            <a:endParaRPr lang="cs-CZ"/>
          </a:p>
        </p:txBody>
      </p:sp>
      <p:sp>
        <p:nvSpPr>
          <p:cNvPr id="5" name="Zástupný symbol pro zápatí 4">
            <a:extLst>
              <a:ext uri="{FF2B5EF4-FFF2-40B4-BE49-F238E27FC236}">
                <a16:creationId xmlns:a16="http://schemas.microsoft.com/office/drawing/2014/main" id="{4A462326-6725-45D6-8FAC-124BEDCD3CF7}"/>
              </a:ext>
            </a:extLst>
          </p:cNvPr>
          <p:cNvSpPr>
            <a:spLocks noGrp="1"/>
          </p:cNvSpPr>
          <p:nvPr>
            <p:ph type="ftr" sz="quarter" idx="11"/>
          </p:nvPr>
        </p:nvSpPr>
        <p:spPr/>
        <p:txBody>
          <a:bodyPr/>
          <a:lstStyle/>
          <a:p>
            <a:endParaRPr lang="cs-CZ"/>
          </a:p>
        </p:txBody>
      </p:sp>
      <p:sp>
        <p:nvSpPr>
          <p:cNvPr id="6" name="Zástupný symbol pro číslo snímku 5">
            <a:extLst>
              <a:ext uri="{FF2B5EF4-FFF2-40B4-BE49-F238E27FC236}">
                <a16:creationId xmlns:a16="http://schemas.microsoft.com/office/drawing/2014/main" id="{3B92F161-156E-4802-8F1B-078DF89F79AC}"/>
              </a:ext>
            </a:extLst>
          </p:cNvPr>
          <p:cNvSpPr>
            <a:spLocks noGrp="1"/>
          </p:cNvSpPr>
          <p:nvPr>
            <p:ph type="sldNum" sz="quarter" idx="12"/>
          </p:nvPr>
        </p:nvSpPr>
        <p:spPr/>
        <p:txBody>
          <a:bodyPr/>
          <a:lstStyle/>
          <a:p>
            <a:fld id="{195CA258-668E-4A85-A197-2757C3BEE154}" type="slidenum">
              <a:rPr lang="cs-CZ" smtClean="0"/>
              <a:t>‹#›</a:t>
            </a:fld>
            <a:endParaRPr lang="cs-CZ"/>
          </a:p>
        </p:txBody>
      </p:sp>
    </p:spTree>
    <p:extLst>
      <p:ext uri="{BB962C8B-B14F-4D97-AF65-F5344CB8AC3E}">
        <p14:creationId xmlns:p14="http://schemas.microsoft.com/office/powerpoint/2010/main" val="27541676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Záhlaví oddílu">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B7FA8AAD-C4A1-48ED-8D79-3AB4069FE758}"/>
              </a:ext>
            </a:extLst>
          </p:cNvPr>
          <p:cNvSpPr>
            <a:spLocks noGrp="1"/>
          </p:cNvSpPr>
          <p:nvPr>
            <p:ph type="title"/>
          </p:nvPr>
        </p:nvSpPr>
        <p:spPr>
          <a:xfrm>
            <a:off x="623888" y="1709743"/>
            <a:ext cx="7886700" cy="2852737"/>
          </a:xfrm>
        </p:spPr>
        <p:txBody>
          <a:bodyPr anchor="b"/>
          <a:lstStyle>
            <a:lvl1pPr>
              <a:defRPr sz="4500"/>
            </a:lvl1pPr>
          </a:lstStyle>
          <a:p>
            <a:r>
              <a:rPr lang="cs-CZ"/>
              <a:t>Kliknutím lze upravit styl.</a:t>
            </a:r>
          </a:p>
        </p:txBody>
      </p:sp>
      <p:sp>
        <p:nvSpPr>
          <p:cNvPr id="3" name="Zástupný text 2">
            <a:extLst>
              <a:ext uri="{FF2B5EF4-FFF2-40B4-BE49-F238E27FC236}">
                <a16:creationId xmlns:a16="http://schemas.microsoft.com/office/drawing/2014/main" id="{89D2D865-A902-4D7C-A0B5-B2C4BB19534D}"/>
              </a:ext>
            </a:extLst>
          </p:cNvPr>
          <p:cNvSpPr>
            <a:spLocks noGrp="1"/>
          </p:cNvSpPr>
          <p:nvPr>
            <p:ph type="body" idx="1"/>
          </p:nvPr>
        </p:nvSpPr>
        <p:spPr>
          <a:xfrm>
            <a:off x="623888" y="4589468"/>
            <a:ext cx="7886700" cy="1500187"/>
          </a:xfrm>
        </p:spPr>
        <p:txBody>
          <a:bodyPr/>
          <a:lstStyle>
            <a:lvl1pPr marL="0" indent="0">
              <a:buNone/>
              <a:defRPr sz="1800">
                <a:solidFill>
                  <a:schemeClr val="tx1">
                    <a:tint val="75000"/>
                  </a:schemeClr>
                </a:solidFill>
              </a:defRPr>
            </a:lvl1pPr>
            <a:lvl2pPr marL="342892" indent="0">
              <a:buNone/>
              <a:defRPr sz="1500">
                <a:solidFill>
                  <a:schemeClr val="tx1">
                    <a:tint val="75000"/>
                  </a:schemeClr>
                </a:solidFill>
              </a:defRPr>
            </a:lvl2pPr>
            <a:lvl3pPr marL="685783" indent="0">
              <a:buNone/>
              <a:defRPr sz="1350">
                <a:solidFill>
                  <a:schemeClr val="tx1">
                    <a:tint val="75000"/>
                  </a:schemeClr>
                </a:solidFill>
              </a:defRPr>
            </a:lvl3pPr>
            <a:lvl4pPr marL="1028675" indent="0">
              <a:buNone/>
              <a:defRPr sz="1200">
                <a:solidFill>
                  <a:schemeClr val="tx1">
                    <a:tint val="75000"/>
                  </a:schemeClr>
                </a:solidFill>
              </a:defRPr>
            </a:lvl4pPr>
            <a:lvl5pPr marL="1371566" indent="0">
              <a:buNone/>
              <a:defRPr sz="1200">
                <a:solidFill>
                  <a:schemeClr val="tx1">
                    <a:tint val="75000"/>
                  </a:schemeClr>
                </a:solidFill>
              </a:defRPr>
            </a:lvl5pPr>
            <a:lvl6pPr marL="1714457" indent="0">
              <a:buNone/>
              <a:defRPr sz="1200">
                <a:solidFill>
                  <a:schemeClr val="tx1">
                    <a:tint val="75000"/>
                  </a:schemeClr>
                </a:solidFill>
              </a:defRPr>
            </a:lvl6pPr>
            <a:lvl7pPr marL="2057348" indent="0">
              <a:buNone/>
              <a:defRPr sz="1200">
                <a:solidFill>
                  <a:schemeClr val="tx1">
                    <a:tint val="75000"/>
                  </a:schemeClr>
                </a:solidFill>
              </a:defRPr>
            </a:lvl7pPr>
            <a:lvl8pPr marL="2400240" indent="0">
              <a:buNone/>
              <a:defRPr sz="1200">
                <a:solidFill>
                  <a:schemeClr val="tx1">
                    <a:tint val="75000"/>
                  </a:schemeClr>
                </a:solidFill>
              </a:defRPr>
            </a:lvl8pPr>
            <a:lvl9pPr marL="2743132" indent="0">
              <a:buNone/>
              <a:defRPr sz="1200">
                <a:solidFill>
                  <a:schemeClr val="tx1">
                    <a:tint val="75000"/>
                  </a:schemeClr>
                </a:solidFill>
              </a:defRPr>
            </a:lvl9pPr>
          </a:lstStyle>
          <a:p>
            <a:pPr lvl="0"/>
            <a:r>
              <a:rPr lang="cs-CZ"/>
              <a:t>Po kliknutí můžete upravovat styly textu v předloze.</a:t>
            </a:r>
          </a:p>
        </p:txBody>
      </p:sp>
      <p:sp>
        <p:nvSpPr>
          <p:cNvPr id="4" name="Zástupný symbol pro datum 3">
            <a:extLst>
              <a:ext uri="{FF2B5EF4-FFF2-40B4-BE49-F238E27FC236}">
                <a16:creationId xmlns:a16="http://schemas.microsoft.com/office/drawing/2014/main" id="{8CC5CC91-7444-4FBB-B6F3-3E6FBD5B3D13}"/>
              </a:ext>
            </a:extLst>
          </p:cNvPr>
          <p:cNvSpPr>
            <a:spLocks noGrp="1"/>
          </p:cNvSpPr>
          <p:nvPr>
            <p:ph type="dt" sz="half" idx="10"/>
          </p:nvPr>
        </p:nvSpPr>
        <p:spPr/>
        <p:txBody>
          <a:bodyPr/>
          <a:lstStyle/>
          <a:p>
            <a:fld id="{8B329ADC-2255-4EF3-B5C0-B90829E78CD9}" type="datetimeFigureOut">
              <a:rPr lang="cs-CZ" smtClean="0"/>
              <a:t>18.06.2024</a:t>
            </a:fld>
            <a:endParaRPr lang="cs-CZ"/>
          </a:p>
        </p:txBody>
      </p:sp>
      <p:sp>
        <p:nvSpPr>
          <p:cNvPr id="5" name="Zástupný symbol pro zápatí 4">
            <a:extLst>
              <a:ext uri="{FF2B5EF4-FFF2-40B4-BE49-F238E27FC236}">
                <a16:creationId xmlns:a16="http://schemas.microsoft.com/office/drawing/2014/main" id="{CC05772A-E403-4DD1-B232-954A3547E974}"/>
              </a:ext>
            </a:extLst>
          </p:cNvPr>
          <p:cNvSpPr>
            <a:spLocks noGrp="1"/>
          </p:cNvSpPr>
          <p:nvPr>
            <p:ph type="ftr" sz="quarter" idx="11"/>
          </p:nvPr>
        </p:nvSpPr>
        <p:spPr/>
        <p:txBody>
          <a:bodyPr/>
          <a:lstStyle/>
          <a:p>
            <a:endParaRPr lang="cs-CZ"/>
          </a:p>
        </p:txBody>
      </p:sp>
      <p:sp>
        <p:nvSpPr>
          <p:cNvPr id="6" name="Zástupný symbol pro číslo snímku 5">
            <a:extLst>
              <a:ext uri="{FF2B5EF4-FFF2-40B4-BE49-F238E27FC236}">
                <a16:creationId xmlns:a16="http://schemas.microsoft.com/office/drawing/2014/main" id="{1A89E5D0-757E-45AA-8FEA-238040FBC13A}"/>
              </a:ext>
            </a:extLst>
          </p:cNvPr>
          <p:cNvSpPr>
            <a:spLocks noGrp="1"/>
          </p:cNvSpPr>
          <p:nvPr>
            <p:ph type="sldNum" sz="quarter" idx="12"/>
          </p:nvPr>
        </p:nvSpPr>
        <p:spPr/>
        <p:txBody>
          <a:bodyPr/>
          <a:lstStyle/>
          <a:p>
            <a:fld id="{195CA258-668E-4A85-A197-2757C3BEE154}" type="slidenum">
              <a:rPr lang="cs-CZ" smtClean="0"/>
              <a:t>‹#›</a:t>
            </a:fld>
            <a:endParaRPr lang="cs-CZ"/>
          </a:p>
        </p:txBody>
      </p:sp>
    </p:spTree>
    <p:extLst>
      <p:ext uri="{BB962C8B-B14F-4D97-AF65-F5344CB8AC3E}">
        <p14:creationId xmlns:p14="http://schemas.microsoft.com/office/powerpoint/2010/main" val="15762337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Dva obsahy">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78401FF8-98E7-49CB-8B33-E139EF39EDF6}"/>
              </a:ext>
            </a:extLst>
          </p:cNvPr>
          <p:cNvSpPr>
            <a:spLocks noGrp="1"/>
          </p:cNvSpPr>
          <p:nvPr>
            <p:ph type="title"/>
          </p:nvPr>
        </p:nvSpPr>
        <p:spPr/>
        <p:txBody>
          <a:bodyPr/>
          <a:lstStyle/>
          <a:p>
            <a:r>
              <a:rPr lang="cs-CZ"/>
              <a:t>Kliknutím lze upravit styl.</a:t>
            </a:r>
          </a:p>
        </p:txBody>
      </p:sp>
      <p:sp>
        <p:nvSpPr>
          <p:cNvPr id="3" name="Zástupný obsah 2">
            <a:extLst>
              <a:ext uri="{FF2B5EF4-FFF2-40B4-BE49-F238E27FC236}">
                <a16:creationId xmlns:a16="http://schemas.microsoft.com/office/drawing/2014/main" id="{1AF8276E-A998-4BB7-B53A-49EC37A4100E}"/>
              </a:ext>
            </a:extLst>
          </p:cNvPr>
          <p:cNvSpPr>
            <a:spLocks noGrp="1"/>
          </p:cNvSpPr>
          <p:nvPr>
            <p:ph sz="half" idx="1"/>
          </p:nvPr>
        </p:nvSpPr>
        <p:spPr>
          <a:xfrm>
            <a:off x="628650" y="1825625"/>
            <a:ext cx="3886200" cy="4530730"/>
          </a:xfrm>
        </p:spPr>
        <p:txBody>
          <a:bodyPr/>
          <a:lstStyle/>
          <a:p>
            <a:pPr lvl="0"/>
            <a:r>
              <a:rPr lang="cs-CZ"/>
              <a:t>Po kliknutí můžete upravovat styly textu v předloze.</a:t>
            </a:r>
          </a:p>
          <a:p>
            <a:pPr lvl="1"/>
            <a:r>
              <a:rPr lang="cs-CZ"/>
              <a:t>Druhá úroveň</a:t>
            </a:r>
          </a:p>
          <a:p>
            <a:pPr lvl="2"/>
            <a:r>
              <a:rPr lang="cs-CZ"/>
              <a:t>Třetí úroveň</a:t>
            </a:r>
          </a:p>
          <a:p>
            <a:pPr lvl="3"/>
            <a:r>
              <a:rPr lang="cs-CZ"/>
              <a:t>Čtvrtá úroveň</a:t>
            </a:r>
          </a:p>
          <a:p>
            <a:pPr lvl="4"/>
            <a:r>
              <a:rPr lang="cs-CZ"/>
              <a:t>Pátá úroveň</a:t>
            </a:r>
          </a:p>
        </p:txBody>
      </p:sp>
      <p:sp>
        <p:nvSpPr>
          <p:cNvPr id="4" name="Zástupný obsah 3">
            <a:extLst>
              <a:ext uri="{FF2B5EF4-FFF2-40B4-BE49-F238E27FC236}">
                <a16:creationId xmlns:a16="http://schemas.microsoft.com/office/drawing/2014/main" id="{55672645-DFF8-41C8-8BAC-5F24D188FE2B}"/>
              </a:ext>
            </a:extLst>
          </p:cNvPr>
          <p:cNvSpPr>
            <a:spLocks noGrp="1"/>
          </p:cNvSpPr>
          <p:nvPr>
            <p:ph sz="half" idx="2"/>
          </p:nvPr>
        </p:nvSpPr>
        <p:spPr>
          <a:xfrm>
            <a:off x="4629150" y="1825624"/>
            <a:ext cx="3886200" cy="4530729"/>
          </a:xfrm>
        </p:spPr>
        <p:txBody>
          <a:bodyPr/>
          <a:lstStyle/>
          <a:p>
            <a:pPr lvl="0"/>
            <a:r>
              <a:rPr lang="cs-CZ"/>
              <a:t>Po kliknutí můžete upravovat styly textu v předloze.</a:t>
            </a:r>
          </a:p>
          <a:p>
            <a:pPr lvl="1"/>
            <a:r>
              <a:rPr lang="cs-CZ"/>
              <a:t>Druhá úroveň</a:t>
            </a:r>
          </a:p>
          <a:p>
            <a:pPr lvl="2"/>
            <a:r>
              <a:rPr lang="cs-CZ"/>
              <a:t>Třetí úroveň</a:t>
            </a:r>
          </a:p>
          <a:p>
            <a:pPr lvl="3"/>
            <a:r>
              <a:rPr lang="cs-CZ"/>
              <a:t>Čtvrtá úroveň</a:t>
            </a:r>
          </a:p>
          <a:p>
            <a:pPr lvl="4"/>
            <a:r>
              <a:rPr lang="cs-CZ"/>
              <a:t>Pátá úroveň</a:t>
            </a:r>
          </a:p>
        </p:txBody>
      </p:sp>
      <p:sp>
        <p:nvSpPr>
          <p:cNvPr id="5" name="Zástupný symbol pro datum 4">
            <a:extLst>
              <a:ext uri="{FF2B5EF4-FFF2-40B4-BE49-F238E27FC236}">
                <a16:creationId xmlns:a16="http://schemas.microsoft.com/office/drawing/2014/main" id="{623C31C8-960E-4A18-BC09-35D75D589A37}"/>
              </a:ext>
            </a:extLst>
          </p:cNvPr>
          <p:cNvSpPr>
            <a:spLocks noGrp="1"/>
          </p:cNvSpPr>
          <p:nvPr>
            <p:ph type="dt" sz="half" idx="10"/>
          </p:nvPr>
        </p:nvSpPr>
        <p:spPr/>
        <p:txBody>
          <a:bodyPr/>
          <a:lstStyle/>
          <a:p>
            <a:fld id="{8B329ADC-2255-4EF3-B5C0-B90829E78CD9}" type="datetimeFigureOut">
              <a:rPr lang="cs-CZ" smtClean="0"/>
              <a:t>18.06.2024</a:t>
            </a:fld>
            <a:endParaRPr lang="cs-CZ"/>
          </a:p>
        </p:txBody>
      </p:sp>
      <p:sp>
        <p:nvSpPr>
          <p:cNvPr id="6" name="Zástupný symbol pro zápatí 5">
            <a:extLst>
              <a:ext uri="{FF2B5EF4-FFF2-40B4-BE49-F238E27FC236}">
                <a16:creationId xmlns:a16="http://schemas.microsoft.com/office/drawing/2014/main" id="{BE33D9D5-2EC6-4E2A-AA85-6FCF97D65F31}"/>
              </a:ext>
            </a:extLst>
          </p:cNvPr>
          <p:cNvSpPr>
            <a:spLocks noGrp="1"/>
          </p:cNvSpPr>
          <p:nvPr>
            <p:ph type="ftr" sz="quarter" idx="11"/>
          </p:nvPr>
        </p:nvSpPr>
        <p:spPr/>
        <p:txBody>
          <a:bodyPr/>
          <a:lstStyle/>
          <a:p>
            <a:endParaRPr lang="cs-CZ"/>
          </a:p>
        </p:txBody>
      </p:sp>
      <p:sp>
        <p:nvSpPr>
          <p:cNvPr id="7" name="Zástupný symbol pro číslo snímku 6">
            <a:extLst>
              <a:ext uri="{FF2B5EF4-FFF2-40B4-BE49-F238E27FC236}">
                <a16:creationId xmlns:a16="http://schemas.microsoft.com/office/drawing/2014/main" id="{2CF1E174-D347-4AB1-95DE-ECA0F485FC76}"/>
              </a:ext>
            </a:extLst>
          </p:cNvPr>
          <p:cNvSpPr>
            <a:spLocks noGrp="1"/>
          </p:cNvSpPr>
          <p:nvPr>
            <p:ph type="sldNum" sz="quarter" idx="12"/>
          </p:nvPr>
        </p:nvSpPr>
        <p:spPr/>
        <p:txBody>
          <a:bodyPr/>
          <a:lstStyle/>
          <a:p>
            <a:fld id="{195CA258-668E-4A85-A197-2757C3BEE154}" type="slidenum">
              <a:rPr lang="cs-CZ" smtClean="0"/>
              <a:t>‹#›</a:t>
            </a:fld>
            <a:endParaRPr lang="cs-CZ"/>
          </a:p>
        </p:txBody>
      </p:sp>
    </p:spTree>
    <p:extLst>
      <p:ext uri="{BB962C8B-B14F-4D97-AF65-F5344CB8AC3E}">
        <p14:creationId xmlns:p14="http://schemas.microsoft.com/office/powerpoint/2010/main" val="15111196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Porovnání">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19E112A9-1FE6-4496-81B4-0842D25D8877}"/>
              </a:ext>
            </a:extLst>
          </p:cNvPr>
          <p:cNvSpPr>
            <a:spLocks noGrp="1"/>
          </p:cNvSpPr>
          <p:nvPr>
            <p:ph type="title"/>
          </p:nvPr>
        </p:nvSpPr>
        <p:spPr>
          <a:xfrm>
            <a:off x="629841" y="1012830"/>
            <a:ext cx="7886700" cy="1325563"/>
          </a:xfrm>
        </p:spPr>
        <p:txBody>
          <a:bodyPr/>
          <a:lstStyle/>
          <a:p>
            <a:r>
              <a:rPr lang="cs-CZ" dirty="0"/>
              <a:t>Kliknutím lze upravit styl.</a:t>
            </a:r>
          </a:p>
        </p:txBody>
      </p:sp>
      <p:sp>
        <p:nvSpPr>
          <p:cNvPr id="3" name="Zástupný text 2">
            <a:extLst>
              <a:ext uri="{FF2B5EF4-FFF2-40B4-BE49-F238E27FC236}">
                <a16:creationId xmlns:a16="http://schemas.microsoft.com/office/drawing/2014/main" id="{2F9BFB9E-5D3E-46B3-ABDB-B7E57DAC617C}"/>
              </a:ext>
            </a:extLst>
          </p:cNvPr>
          <p:cNvSpPr>
            <a:spLocks noGrp="1"/>
          </p:cNvSpPr>
          <p:nvPr>
            <p:ph type="body" idx="1"/>
          </p:nvPr>
        </p:nvSpPr>
        <p:spPr>
          <a:xfrm>
            <a:off x="629842" y="1681163"/>
            <a:ext cx="3868340" cy="823912"/>
          </a:xfrm>
        </p:spPr>
        <p:txBody>
          <a:bodyPr anchor="b"/>
          <a:lstStyle>
            <a:lvl1pPr marL="0" indent="0">
              <a:buNone/>
              <a:defRPr sz="1800" b="1"/>
            </a:lvl1pPr>
            <a:lvl2pPr marL="342892" indent="0">
              <a:buNone/>
              <a:defRPr sz="1500" b="1"/>
            </a:lvl2pPr>
            <a:lvl3pPr marL="685783" indent="0">
              <a:buNone/>
              <a:defRPr sz="1350" b="1"/>
            </a:lvl3pPr>
            <a:lvl4pPr marL="1028675" indent="0">
              <a:buNone/>
              <a:defRPr sz="1200" b="1"/>
            </a:lvl4pPr>
            <a:lvl5pPr marL="1371566" indent="0">
              <a:buNone/>
              <a:defRPr sz="1200" b="1"/>
            </a:lvl5pPr>
            <a:lvl6pPr marL="1714457" indent="0">
              <a:buNone/>
              <a:defRPr sz="1200" b="1"/>
            </a:lvl6pPr>
            <a:lvl7pPr marL="2057348" indent="0">
              <a:buNone/>
              <a:defRPr sz="1200" b="1"/>
            </a:lvl7pPr>
            <a:lvl8pPr marL="2400240" indent="0">
              <a:buNone/>
              <a:defRPr sz="1200" b="1"/>
            </a:lvl8pPr>
            <a:lvl9pPr marL="2743132" indent="0">
              <a:buNone/>
              <a:defRPr sz="1200" b="1"/>
            </a:lvl9pPr>
          </a:lstStyle>
          <a:p>
            <a:pPr lvl="0"/>
            <a:r>
              <a:rPr lang="cs-CZ"/>
              <a:t>Po kliknutí můžete upravovat styly textu v předloze.</a:t>
            </a:r>
          </a:p>
        </p:txBody>
      </p:sp>
      <p:sp>
        <p:nvSpPr>
          <p:cNvPr id="4" name="Zástupný obsah 3">
            <a:extLst>
              <a:ext uri="{FF2B5EF4-FFF2-40B4-BE49-F238E27FC236}">
                <a16:creationId xmlns:a16="http://schemas.microsoft.com/office/drawing/2014/main" id="{06502C15-7789-4EE7-A643-5A633ABA3C15}"/>
              </a:ext>
            </a:extLst>
          </p:cNvPr>
          <p:cNvSpPr>
            <a:spLocks noGrp="1"/>
          </p:cNvSpPr>
          <p:nvPr>
            <p:ph sz="half" idx="2"/>
          </p:nvPr>
        </p:nvSpPr>
        <p:spPr>
          <a:xfrm>
            <a:off x="629842" y="2505075"/>
            <a:ext cx="3868340" cy="3851280"/>
          </a:xfrm>
        </p:spPr>
        <p:txBody>
          <a:bodyPr/>
          <a:lstStyle/>
          <a:p>
            <a:pPr lvl="0"/>
            <a:r>
              <a:rPr lang="cs-CZ"/>
              <a:t>Po kliknutí můžete upravovat styly textu v předloze.</a:t>
            </a:r>
          </a:p>
          <a:p>
            <a:pPr lvl="1"/>
            <a:r>
              <a:rPr lang="cs-CZ"/>
              <a:t>Druhá úroveň</a:t>
            </a:r>
          </a:p>
          <a:p>
            <a:pPr lvl="2"/>
            <a:r>
              <a:rPr lang="cs-CZ"/>
              <a:t>Třetí úroveň</a:t>
            </a:r>
          </a:p>
          <a:p>
            <a:pPr lvl="3"/>
            <a:r>
              <a:rPr lang="cs-CZ"/>
              <a:t>Čtvrtá úroveň</a:t>
            </a:r>
          </a:p>
          <a:p>
            <a:pPr lvl="4"/>
            <a:r>
              <a:rPr lang="cs-CZ"/>
              <a:t>Pátá úroveň</a:t>
            </a:r>
          </a:p>
        </p:txBody>
      </p:sp>
      <p:sp>
        <p:nvSpPr>
          <p:cNvPr id="5" name="Zástupný text 4">
            <a:extLst>
              <a:ext uri="{FF2B5EF4-FFF2-40B4-BE49-F238E27FC236}">
                <a16:creationId xmlns:a16="http://schemas.microsoft.com/office/drawing/2014/main" id="{C6F85072-0475-4304-BE03-A72EA7AC3937}"/>
              </a:ext>
            </a:extLst>
          </p:cNvPr>
          <p:cNvSpPr>
            <a:spLocks noGrp="1"/>
          </p:cNvSpPr>
          <p:nvPr>
            <p:ph type="body" sz="quarter" idx="3"/>
          </p:nvPr>
        </p:nvSpPr>
        <p:spPr>
          <a:xfrm>
            <a:off x="4629152" y="1681163"/>
            <a:ext cx="3887391" cy="823912"/>
          </a:xfrm>
        </p:spPr>
        <p:txBody>
          <a:bodyPr anchor="b"/>
          <a:lstStyle>
            <a:lvl1pPr marL="0" indent="0">
              <a:buNone/>
              <a:defRPr sz="1800" b="1"/>
            </a:lvl1pPr>
            <a:lvl2pPr marL="342892" indent="0">
              <a:buNone/>
              <a:defRPr sz="1500" b="1"/>
            </a:lvl2pPr>
            <a:lvl3pPr marL="685783" indent="0">
              <a:buNone/>
              <a:defRPr sz="1350" b="1"/>
            </a:lvl3pPr>
            <a:lvl4pPr marL="1028675" indent="0">
              <a:buNone/>
              <a:defRPr sz="1200" b="1"/>
            </a:lvl4pPr>
            <a:lvl5pPr marL="1371566" indent="0">
              <a:buNone/>
              <a:defRPr sz="1200" b="1"/>
            </a:lvl5pPr>
            <a:lvl6pPr marL="1714457" indent="0">
              <a:buNone/>
              <a:defRPr sz="1200" b="1"/>
            </a:lvl6pPr>
            <a:lvl7pPr marL="2057348" indent="0">
              <a:buNone/>
              <a:defRPr sz="1200" b="1"/>
            </a:lvl7pPr>
            <a:lvl8pPr marL="2400240" indent="0">
              <a:buNone/>
              <a:defRPr sz="1200" b="1"/>
            </a:lvl8pPr>
            <a:lvl9pPr marL="2743132" indent="0">
              <a:buNone/>
              <a:defRPr sz="1200" b="1"/>
            </a:lvl9pPr>
          </a:lstStyle>
          <a:p>
            <a:pPr lvl="0"/>
            <a:r>
              <a:rPr lang="cs-CZ"/>
              <a:t>Po kliknutí můžete upravovat styly textu v předloze.</a:t>
            </a:r>
          </a:p>
        </p:txBody>
      </p:sp>
      <p:sp>
        <p:nvSpPr>
          <p:cNvPr id="6" name="Zástupný obsah 5">
            <a:extLst>
              <a:ext uri="{FF2B5EF4-FFF2-40B4-BE49-F238E27FC236}">
                <a16:creationId xmlns:a16="http://schemas.microsoft.com/office/drawing/2014/main" id="{2F1610A2-3C29-4B70-AF60-C2A3EBCE309C}"/>
              </a:ext>
            </a:extLst>
          </p:cNvPr>
          <p:cNvSpPr>
            <a:spLocks noGrp="1"/>
          </p:cNvSpPr>
          <p:nvPr>
            <p:ph sz="quarter" idx="4"/>
          </p:nvPr>
        </p:nvSpPr>
        <p:spPr>
          <a:xfrm>
            <a:off x="4629152" y="2505074"/>
            <a:ext cx="3887391" cy="3851279"/>
          </a:xfrm>
        </p:spPr>
        <p:txBody>
          <a:bodyPr/>
          <a:lstStyle/>
          <a:p>
            <a:pPr lvl="0"/>
            <a:r>
              <a:rPr lang="cs-CZ"/>
              <a:t>Po kliknutí můžete upravovat styly textu v předloze.</a:t>
            </a:r>
          </a:p>
          <a:p>
            <a:pPr lvl="1"/>
            <a:r>
              <a:rPr lang="cs-CZ"/>
              <a:t>Druhá úroveň</a:t>
            </a:r>
          </a:p>
          <a:p>
            <a:pPr lvl="2"/>
            <a:r>
              <a:rPr lang="cs-CZ"/>
              <a:t>Třetí úroveň</a:t>
            </a:r>
          </a:p>
          <a:p>
            <a:pPr lvl="3"/>
            <a:r>
              <a:rPr lang="cs-CZ"/>
              <a:t>Čtvrtá úroveň</a:t>
            </a:r>
          </a:p>
          <a:p>
            <a:pPr lvl="4"/>
            <a:r>
              <a:rPr lang="cs-CZ"/>
              <a:t>Pátá úroveň</a:t>
            </a:r>
          </a:p>
        </p:txBody>
      </p:sp>
      <p:sp>
        <p:nvSpPr>
          <p:cNvPr id="7" name="Zástupný symbol pro datum 6">
            <a:extLst>
              <a:ext uri="{FF2B5EF4-FFF2-40B4-BE49-F238E27FC236}">
                <a16:creationId xmlns:a16="http://schemas.microsoft.com/office/drawing/2014/main" id="{72C164E5-0EFB-46F1-BB95-CBBAC80CA0E2}"/>
              </a:ext>
            </a:extLst>
          </p:cNvPr>
          <p:cNvSpPr>
            <a:spLocks noGrp="1"/>
          </p:cNvSpPr>
          <p:nvPr>
            <p:ph type="dt" sz="half" idx="10"/>
          </p:nvPr>
        </p:nvSpPr>
        <p:spPr/>
        <p:txBody>
          <a:bodyPr/>
          <a:lstStyle/>
          <a:p>
            <a:fld id="{8B329ADC-2255-4EF3-B5C0-B90829E78CD9}" type="datetimeFigureOut">
              <a:rPr lang="cs-CZ" smtClean="0"/>
              <a:t>18.06.2024</a:t>
            </a:fld>
            <a:endParaRPr lang="cs-CZ"/>
          </a:p>
        </p:txBody>
      </p:sp>
      <p:sp>
        <p:nvSpPr>
          <p:cNvPr id="8" name="Zástupný symbol pro zápatí 7">
            <a:extLst>
              <a:ext uri="{FF2B5EF4-FFF2-40B4-BE49-F238E27FC236}">
                <a16:creationId xmlns:a16="http://schemas.microsoft.com/office/drawing/2014/main" id="{54FD1153-99E6-4ECA-BF33-0E377D3342C9}"/>
              </a:ext>
            </a:extLst>
          </p:cNvPr>
          <p:cNvSpPr>
            <a:spLocks noGrp="1"/>
          </p:cNvSpPr>
          <p:nvPr>
            <p:ph type="ftr" sz="quarter" idx="11"/>
          </p:nvPr>
        </p:nvSpPr>
        <p:spPr/>
        <p:txBody>
          <a:bodyPr/>
          <a:lstStyle/>
          <a:p>
            <a:endParaRPr lang="cs-CZ"/>
          </a:p>
        </p:txBody>
      </p:sp>
      <p:sp>
        <p:nvSpPr>
          <p:cNvPr id="9" name="Zástupný symbol pro číslo snímku 8">
            <a:extLst>
              <a:ext uri="{FF2B5EF4-FFF2-40B4-BE49-F238E27FC236}">
                <a16:creationId xmlns:a16="http://schemas.microsoft.com/office/drawing/2014/main" id="{56282298-48D6-4F29-8798-A54B0577BD21}"/>
              </a:ext>
            </a:extLst>
          </p:cNvPr>
          <p:cNvSpPr>
            <a:spLocks noGrp="1"/>
          </p:cNvSpPr>
          <p:nvPr>
            <p:ph type="sldNum" sz="quarter" idx="12"/>
          </p:nvPr>
        </p:nvSpPr>
        <p:spPr/>
        <p:txBody>
          <a:bodyPr/>
          <a:lstStyle/>
          <a:p>
            <a:fld id="{195CA258-668E-4A85-A197-2757C3BEE154}" type="slidenum">
              <a:rPr lang="cs-CZ" smtClean="0"/>
              <a:t>‹#›</a:t>
            </a:fld>
            <a:endParaRPr lang="cs-CZ"/>
          </a:p>
        </p:txBody>
      </p:sp>
    </p:spTree>
    <p:extLst>
      <p:ext uri="{BB962C8B-B14F-4D97-AF65-F5344CB8AC3E}">
        <p14:creationId xmlns:p14="http://schemas.microsoft.com/office/powerpoint/2010/main" val="7202168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Graf">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05843D58-00E6-4F74-B46F-884BB0737B83}"/>
              </a:ext>
            </a:extLst>
          </p:cNvPr>
          <p:cNvSpPr>
            <a:spLocks noGrp="1"/>
          </p:cNvSpPr>
          <p:nvPr>
            <p:ph type="title"/>
          </p:nvPr>
        </p:nvSpPr>
        <p:spPr/>
        <p:txBody>
          <a:bodyPr/>
          <a:lstStyle/>
          <a:p>
            <a:r>
              <a:rPr lang="cs-CZ" dirty="0"/>
              <a:t>Kliknutím lze upravit styl.</a:t>
            </a:r>
          </a:p>
        </p:txBody>
      </p:sp>
      <p:sp>
        <p:nvSpPr>
          <p:cNvPr id="3" name="Zástupný symbol pro datum 2">
            <a:extLst>
              <a:ext uri="{FF2B5EF4-FFF2-40B4-BE49-F238E27FC236}">
                <a16:creationId xmlns:a16="http://schemas.microsoft.com/office/drawing/2014/main" id="{D11A4E0E-761B-449A-9AA3-FAB726390721}"/>
              </a:ext>
            </a:extLst>
          </p:cNvPr>
          <p:cNvSpPr>
            <a:spLocks noGrp="1"/>
          </p:cNvSpPr>
          <p:nvPr>
            <p:ph type="dt" sz="half" idx="10"/>
          </p:nvPr>
        </p:nvSpPr>
        <p:spPr/>
        <p:txBody>
          <a:bodyPr/>
          <a:lstStyle/>
          <a:p>
            <a:fld id="{8B329ADC-2255-4EF3-B5C0-B90829E78CD9}" type="datetimeFigureOut">
              <a:rPr lang="cs-CZ" smtClean="0"/>
              <a:t>18.06.2024</a:t>
            </a:fld>
            <a:endParaRPr lang="cs-CZ"/>
          </a:p>
        </p:txBody>
      </p:sp>
      <p:sp>
        <p:nvSpPr>
          <p:cNvPr id="4" name="Zástupný symbol pro zápatí 3">
            <a:extLst>
              <a:ext uri="{FF2B5EF4-FFF2-40B4-BE49-F238E27FC236}">
                <a16:creationId xmlns:a16="http://schemas.microsoft.com/office/drawing/2014/main" id="{FED2199A-57B9-4C7C-A04D-6C8B8FF220FE}"/>
              </a:ext>
            </a:extLst>
          </p:cNvPr>
          <p:cNvSpPr>
            <a:spLocks noGrp="1"/>
          </p:cNvSpPr>
          <p:nvPr>
            <p:ph type="ftr" sz="quarter" idx="11"/>
          </p:nvPr>
        </p:nvSpPr>
        <p:spPr/>
        <p:txBody>
          <a:bodyPr/>
          <a:lstStyle/>
          <a:p>
            <a:endParaRPr lang="cs-CZ"/>
          </a:p>
        </p:txBody>
      </p:sp>
      <p:sp>
        <p:nvSpPr>
          <p:cNvPr id="5" name="Zástupný symbol pro číslo snímku 4">
            <a:extLst>
              <a:ext uri="{FF2B5EF4-FFF2-40B4-BE49-F238E27FC236}">
                <a16:creationId xmlns:a16="http://schemas.microsoft.com/office/drawing/2014/main" id="{95D08B6B-5218-473D-BD06-9695102CEB29}"/>
              </a:ext>
            </a:extLst>
          </p:cNvPr>
          <p:cNvSpPr>
            <a:spLocks noGrp="1"/>
          </p:cNvSpPr>
          <p:nvPr>
            <p:ph type="sldNum" sz="quarter" idx="12"/>
          </p:nvPr>
        </p:nvSpPr>
        <p:spPr/>
        <p:txBody>
          <a:bodyPr/>
          <a:lstStyle/>
          <a:p>
            <a:fld id="{195CA258-668E-4A85-A197-2757C3BEE154}" type="slidenum">
              <a:rPr lang="cs-CZ" smtClean="0"/>
              <a:t>‹#›</a:t>
            </a:fld>
            <a:endParaRPr lang="cs-CZ"/>
          </a:p>
        </p:txBody>
      </p:sp>
    </p:spTree>
    <p:extLst>
      <p:ext uri="{BB962C8B-B14F-4D97-AF65-F5344CB8AC3E}">
        <p14:creationId xmlns:p14="http://schemas.microsoft.com/office/powerpoint/2010/main" val="38395167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Graf vzor">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05843D58-00E6-4F74-B46F-884BB0737B83}"/>
              </a:ext>
            </a:extLst>
          </p:cNvPr>
          <p:cNvSpPr>
            <a:spLocks noGrp="1"/>
          </p:cNvSpPr>
          <p:nvPr>
            <p:ph type="title"/>
          </p:nvPr>
        </p:nvSpPr>
        <p:spPr/>
        <p:txBody>
          <a:bodyPr/>
          <a:lstStyle/>
          <a:p>
            <a:r>
              <a:rPr lang="cs-CZ" dirty="0"/>
              <a:t>Kliknutím lze upravit styl.</a:t>
            </a:r>
          </a:p>
        </p:txBody>
      </p:sp>
      <p:sp>
        <p:nvSpPr>
          <p:cNvPr id="3" name="Zástupný symbol pro datum 2">
            <a:extLst>
              <a:ext uri="{FF2B5EF4-FFF2-40B4-BE49-F238E27FC236}">
                <a16:creationId xmlns:a16="http://schemas.microsoft.com/office/drawing/2014/main" id="{D11A4E0E-761B-449A-9AA3-FAB726390721}"/>
              </a:ext>
            </a:extLst>
          </p:cNvPr>
          <p:cNvSpPr>
            <a:spLocks noGrp="1"/>
          </p:cNvSpPr>
          <p:nvPr>
            <p:ph type="dt" sz="half" idx="10"/>
          </p:nvPr>
        </p:nvSpPr>
        <p:spPr/>
        <p:txBody>
          <a:bodyPr/>
          <a:lstStyle/>
          <a:p>
            <a:fld id="{8B329ADC-2255-4EF3-B5C0-B90829E78CD9}" type="datetimeFigureOut">
              <a:rPr lang="cs-CZ" smtClean="0"/>
              <a:t>18.06.2024</a:t>
            </a:fld>
            <a:endParaRPr lang="cs-CZ"/>
          </a:p>
        </p:txBody>
      </p:sp>
      <p:sp>
        <p:nvSpPr>
          <p:cNvPr id="4" name="Zástupný symbol pro zápatí 3">
            <a:extLst>
              <a:ext uri="{FF2B5EF4-FFF2-40B4-BE49-F238E27FC236}">
                <a16:creationId xmlns:a16="http://schemas.microsoft.com/office/drawing/2014/main" id="{FED2199A-57B9-4C7C-A04D-6C8B8FF220FE}"/>
              </a:ext>
            </a:extLst>
          </p:cNvPr>
          <p:cNvSpPr>
            <a:spLocks noGrp="1"/>
          </p:cNvSpPr>
          <p:nvPr>
            <p:ph type="ftr" sz="quarter" idx="11"/>
          </p:nvPr>
        </p:nvSpPr>
        <p:spPr/>
        <p:txBody>
          <a:bodyPr/>
          <a:lstStyle/>
          <a:p>
            <a:endParaRPr lang="cs-CZ"/>
          </a:p>
        </p:txBody>
      </p:sp>
      <p:sp>
        <p:nvSpPr>
          <p:cNvPr id="5" name="Zástupný symbol pro číslo snímku 4">
            <a:extLst>
              <a:ext uri="{FF2B5EF4-FFF2-40B4-BE49-F238E27FC236}">
                <a16:creationId xmlns:a16="http://schemas.microsoft.com/office/drawing/2014/main" id="{95D08B6B-5218-473D-BD06-9695102CEB29}"/>
              </a:ext>
            </a:extLst>
          </p:cNvPr>
          <p:cNvSpPr>
            <a:spLocks noGrp="1"/>
          </p:cNvSpPr>
          <p:nvPr>
            <p:ph type="sldNum" sz="quarter" idx="12"/>
          </p:nvPr>
        </p:nvSpPr>
        <p:spPr/>
        <p:txBody>
          <a:bodyPr/>
          <a:lstStyle/>
          <a:p>
            <a:fld id="{195CA258-668E-4A85-A197-2757C3BEE154}" type="slidenum">
              <a:rPr lang="cs-CZ" smtClean="0"/>
              <a:t>‹#›</a:t>
            </a:fld>
            <a:endParaRPr lang="cs-CZ"/>
          </a:p>
        </p:txBody>
      </p:sp>
      <p:graphicFrame>
        <p:nvGraphicFramePr>
          <p:cNvPr id="8" name="Graf 7">
            <a:extLst>
              <a:ext uri="{FF2B5EF4-FFF2-40B4-BE49-F238E27FC236}">
                <a16:creationId xmlns:a16="http://schemas.microsoft.com/office/drawing/2014/main" id="{A2CFF3E3-BFCF-4550-86A1-C1FA2629A693}"/>
              </a:ext>
            </a:extLst>
          </p:cNvPr>
          <p:cNvGraphicFramePr/>
          <p:nvPr userDrawn="1">
            <p:extLst>
              <p:ext uri="{D42A27DB-BD31-4B8C-83A1-F6EECF244321}">
                <p14:modId xmlns:p14="http://schemas.microsoft.com/office/powerpoint/2010/main" val="4058343424"/>
              </p:ext>
            </p:extLst>
          </p:nvPr>
        </p:nvGraphicFramePr>
        <p:xfrm>
          <a:off x="628652" y="1990725"/>
          <a:ext cx="7779543" cy="4147608"/>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7460887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abulka">
    <p:spTree>
      <p:nvGrpSpPr>
        <p:cNvPr id="1" name=""/>
        <p:cNvGrpSpPr/>
        <p:nvPr/>
      </p:nvGrpSpPr>
      <p:grpSpPr>
        <a:xfrm>
          <a:off x="0" y="0"/>
          <a:ext cx="0" cy="0"/>
          <a:chOff x="0" y="0"/>
          <a:chExt cx="0" cy="0"/>
        </a:xfrm>
      </p:grpSpPr>
      <p:sp>
        <p:nvSpPr>
          <p:cNvPr id="2" name="Zástupný symbol pro datum 1">
            <a:extLst>
              <a:ext uri="{FF2B5EF4-FFF2-40B4-BE49-F238E27FC236}">
                <a16:creationId xmlns:a16="http://schemas.microsoft.com/office/drawing/2014/main" id="{64B6AD0B-CD39-418F-BD86-753F9D93E5C1}"/>
              </a:ext>
            </a:extLst>
          </p:cNvPr>
          <p:cNvSpPr>
            <a:spLocks noGrp="1"/>
          </p:cNvSpPr>
          <p:nvPr>
            <p:ph type="dt" sz="half" idx="10"/>
          </p:nvPr>
        </p:nvSpPr>
        <p:spPr/>
        <p:txBody>
          <a:bodyPr/>
          <a:lstStyle/>
          <a:p>
            <a:fld id="{8B329ADC-2255-4EF3-B5C0-B90829E78CD9}" type="datetimeFigureOut">
              <a:rPr lang="cs-CZ" smtClean="0"/>
              <a:t>18.06.2024</a:t>
            </a:fld>
            <a:endParaRPr lang="cs-CZ"/>
          </a:p>
        </p:txBody>
      </p:sp>
      <p:sp>
        <p:nvSpPr>
          <p:cNvPr id="3" name="Zástupný symbol pro zápatí 2">
            <a:extLst>
              <a:ext uri="{FF2B5EF4-FFF2-40B4-BE49-F238E27FC236}">
                <a16:creationId xmlns:a16="http://schemas.microsoft.com/office/drawing/2014/main" id="{AF3563E2-1FFA-41D6-A180-AB12573EE9D3}"/>
              </a:ext>
            </a:extLst>
          </p:cNvPr>
          <p:cNvSpPr>
            <a:spLocks noGrp="1"/>
          </p:cNvSpPr>
          <p:nvPr>
            <p:ph type="ftr" sz="quarter" idx="11"/>
          </p:nvPr>
        </p:nvSpPr>
        <p:spPr/>
        <p:txBody>
          <a:bodyPr/>
          <a:lstStyle/>
          <a:p>
            <a:endParaRPr lang="cs-CZ"/>
          </a:p>
        </p:txBody>
      </p:sp>
      <p:sp>
        <p:nvSpPr>
          <p:cNvPr id="4" name="Zástupný symbol pro číslo snímku 3">
            <a:extLst>
              <a:ext uri="{FF2B5EF4-FFF2-40B4-BE49-F238E27FC236}">
                <a16:creationId xmlns:a16="http://schemas.microsoft.com/office/drawing/2014/main" id="{807A9ED8-2B82-40D5-A9B1-F2B165BE7232}"/>
              </a:ext>
            </a:extLst>
          </p:cNvPr>
          <p:cNvSpPr>
            <a:spLocks noGrp="1"/>
          </p:cNvSpPr>
          <p:nvPr>
            <p:ph type="sldNum" sz="quarter" idx="12"/>
          </p:nvPr>
        </p:nvSpPr>
        <p:spPr/>
        <p:txBody>
          <a:bodyPr/>
          <a:lstStyle/>
          <a:p>
            <a:fld id="{195CA258-668E-4A85-A197-2757C3BEE154}" type="slidenum">
              <a:rPr lang="cs-CZ" smtClean="0"/>
              <a:t>‹#›</a:t>
            </a:fld>
            <a:endParaRPr lang="cs-CZ"/>
          </a:p>
        </p:txBody>
      </p:sp>
      <p:sp>
        <p:nvSpPr>
          <p:cNvPr id="14" name="Nadpis 1">
            <a:extLst>
              <a:ext uri="{FF2B5EF4-FFF2-40B4-BE49-F238E27FC236}">
                <a16:creationId xmlns:a16="http://schemas.microsoft.com/office/drawing/2014/main" id="{3595AC0D-E641-4E07-B2CB-74274830B2B5}"/>
              </a:ext>
            </a:extLst>
          </p:cNvPr>
          <p:cNvSpPr>
            <a:spLocks noGrp="1"/>
          </p:cNvSpPr>
          <p:nvPr>
            <p:ph type="title"/>
          </p:nvPr>
        </p:nvSpPr>
        <p:spPr>
          <a:xfrm>
            <a:off x="628650" y="1100016"/>
            <a:ext cx="7779544" cy="689952"/>
          </a:xfrm>
        </p:spPr>
        <p:txBody>
          <a:bodyPr/>
          <a:lstStyle/>
          <a:p>
            <a:r>
              <a:rPr lang="cs-CZ" dirty="0"/>
              <a:t>Kliknutím lze upravit styl.</a:t>
            </a:r>
          </a:p>
        </p:txBody>
      </p:sp>
    </p:spTree>
    <p:extLst>
      <p:ext uri="{BB962C8B-B14F-4D97-AF65-F5344CB8AC3E}">
        <p14:creationId xmlns:p14="http://schemas.microsoft.com/office/powerpoint/2010/main" val="32241591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abulka vzor">
    <p:spTree>
      <p:nvGrpSpPr>
        <p:cNvPr id="1" name=""/>
        <p:cNvGrpSpPr/>
        <p:nvPr/>
      </p:nvGrpSpPr>
      <p:grpSpPr>
        <a:xfrm>
          <a:off x="0" y="0"/>
          <a:ext cx="0" cy="0"/>
          <a:chOff x="0" y="0"/>
          <a:chExt cx="0" cy="0"/>
        </a:xfrm>
      </p:grpSpPr>
      <p:sp>
        <p:nvSpPr>
          <p:cNvPr id="2" name="Zástupný symbol pro datum 1">
            <a:extLst>
              <a:ext uri="{FF2B5EF4-FFF2-40B4-BE49-F238E27FC236}">
                <a16:creationId xmlns:a16="http://schemas.microsoft.com/office/drawing/2014/main" id="{64B6AD0B-CD39-418F-BD86-753F9D93E5C1}"/>
              </a:ext>
            </a:extLst>
          </p:cNvPr>
          <p:cNvSpPr>
            <a:spLocks noGrp="1"/>
          </p:cNvSpPr>
          <p:nvPr>
            <p:ph type="dt" sz="half" idx="10"/>
          </p:nvPr>
        </p:nvSpPr>
        <p:spPr/>
        <p:txBody>
          <a:bodyPr/>
          <a:lstStyle/>
          <a:p>
            <a:fld id="{8B329ADC-2255-4EF3-B5C0-B90829E78CD9}" type="datetimeFigureOut">
              <a:rPr lang="cs-CZ" smtClean="0"/>
              <a:t>18.06.2024</a:t>
            </a:fld>
            <a:endParaRPr lang="cs-CZ"/>
          </a:p>
        </p:txBody>
      </p:sp>
      <p:sp>
        <p:nvSpPr>
          <p:cNvPr id="3" name="Zástupný symbol pro zápatí 2">
            <a:extLst>
              <a:ext uri="{FF2B5EF4-FFF2-40B4-BE49-F238E27FC236}">
                <a16:creationId xmlns:a16="http://schemas.microsoft.com/office/drawing/2014/main" id="{AF3563E2-1FFA-41D6-A180-AB12573EE9D3}"/>
              </a:ext>
            </a:extLst>
          </p:cNvPr>
          <p:cNvSpPr>
            <a:spLocks noGrp="1"/>
          </p:cNvSpPr>
          <p:nvPr>
            <p:ph type="ftr" sz="quarter" idx="11"/>
          </p:nvPr>
        </p:nvSpPr>
        <p:spPr/>
        <p:txBody>
          <a:bodyPr/>
          <a:lstStyle/>
          <a:p>
            <a:endParaRPr lang="cs-CZ"/>
          </a:p>
        </p:txBody>
      </p:sp>
      <p:sp>
        <p:nvSpPr>
          <p:cNvPr id="4" name="Zástupný symbol pro číslo snímku 3">
            <a:extLst>
              <a:ext uri="{FF2B5EF4-FFF2-40B4-BE49-F238E27FC236}">
                <a16:creationId xmlns:a16="http://schemas.microsoft.com/office/drawing/2014/main" id="{807A9ED8-2B82-40D5-A9B1-F2B165BE7232}"/>
              </a:ext>
            </a:extLst>
          </p:cNvPr>
          <p:cNvSpPr>
            <a:spLocks noGrp="1"/>
          </p:cNvSpPr>
          <p:nvPr>
            <p:ph type="sldNum" sz="quarter" idx="12"/>
          </p:nvPr>
        </p:nvSpPr>
        <p:spPr/>
        <p:txBody>
          <a:bodyPr/>
          <a:lstStyle/>
          <a:p>
            <a:fld id="{195CA258-668E-4A85-A197-2757C3BEE154}" type="slidenum">
              <a:rPr lang="cs-CZ" smtClean="0"/>
              <a:t>‹#›</a:t>
            </a:fld>
            <a:endParaRPr lang="cs-CZ"/>
          </a:p>
        </p:txBody>
      </p:sp>
      <p:graphicFrame>
        <p:nvGraphicFramePr>
          <p:cNvPr id="5" name="Tabulka 5">
            <a:extLst>
              <a:ext uri="{FF2B5EF4-FFF2-40B4-BE49-F238E27FC236}">
                <a16:creationId xmlns:a16="http://schemas.microsoft.com/office/drawing/2014/main" id="{9841DB2C-4E87-4F77-9936-DB53842AFF3E}"/>
              </a:ext>
            </a:extLst>
          </p:cNvPr>
          <p:cNvGraphicFramePr>
            <a:graphicFrameLocks noGrp="1"/>
          </p:cNvGraphicFramePr>
          <p:nvPr userDrawn="1">
            <p:extLst>
              <p:ext uri="{D42A27DB-BD31-4B8C-83A1-F6EECF244321}">
                <p14:modId xmlns:p14="http://schemas.microsoft.com/office/powerpoint/2010/main" val="3049251074"/>
              </p:ext>
            </p:extLst>
          </p:nvPr>
        </p:nvGraphicFramePr>
        <p:xfrm>
          <a:off x="731521" y="2152650"/>
          <a:ext cx="7581899" cy="3605336"/>
        </p:xfrm>
        <a:graphic>
          <a:graphicData uri="http://schemas.openxmlformats.org/drawingml/2006/table">
            <a:tbl>
              <a:tblPr firstRow="1" bandRow="1">
                <a:tableStyleId>{5C22544A-7EE6-4342-B048-85BDC9FD1C3A}</a:tableStyleId>
              </a:tblPr>
              <a:tblGrid>
                <a:gridCol w="840525">
                  <a:extLst>
                    <a:ext uri="{9D8B030D-6E8A-4147-A177-3AD203B41FA5}">
                      <a16:colId xmlns:a16="http://schemas.microsoft.com/office/drawing/2014/main" val="1219353005"/>
                    </a:ext>
                  </a:extLst>
                </a:gridCol>
                <a:gridCol w="840525">
                  <a:extLst>
                    <a:ext uri="{9D8B030D-6E8A-4147-A177-3AD203B41FA5}">
                      <a16:colId xmlns:a16="http://schemas.microsoft.com/office/drawing/2014/main" val="4046355216"/>
                    </a:ext>
                  </a:extLst>
                </a:gridCol>
                <a:gridCol w="840525">
                  <a:extLst>
                    <a:ext uri="{9D8B030D-6E8A-4147-A177-3AD203B41FA5}">
                      <a16:colId xmlns:a16="http://schemas.microsoft.com/office/drawing/2014/main" val="1360489622"/>
                    </a:ext>
                  </a:extLst>
                </a:gridCol>
                <a:gridCol w="840525">
                  <a:extLst>
                    <a:ext uri="{9D8B030D-6E8A-4147-A177-3AD203B41FA5}">
                      <a16:colId xmlns:a16="http://schemas.microsoft.com/office/drawing/2014/main" val="2421545816"/>
                    </a:ext>
                  </a:extLst>
                </a:gridCol>
                <a:gridCol w="840525">
                  <a:extLst>
                    <a:ext uri="{9D8B030D-6E8A-4147-A177-3AD203B41FA5}">
                      <a16:colId xmlns:a16="http://schemas.microsoft.com/office/drawing/2014/main" val="445562066"/>
                    </a:ext>
                  </a:extLst>
                </a:gridCol>
                <a:gridCol w="840525">
                  <a:extLst>
                    <a:ext uri="{9D8B030D-6E8A-4147-A177-3AD203B41FA5}">
                      <a16:colId xmlns:a16="http://schemas.microsoft.com/office/drawing/2014/main" val="4004064892"/>
                    </a:ext>
                  </a:extLst>
                </a:gridCol>
                <a:gridCol w="840525">
                  <a:extLst>
                    <a:ext uri="{9D8B030D-6E8A-4147-A177-3AD203B41FA5}">
                      <a16:colId xmlns:a16="http://schemas.microsoft.com/office/drawing/2014/main" val="1769508777"/>
                    </a:ext>
                  </a:extLst>
                </a:gridCol>
                <a:gridCol w="840525">
                  <a:extLst>
                    <a:ext uri="{9D8B030D-6E8A-4147-A177-3AD203B41FA5}">
                      <a16:colId xmlns:a16="http://schemas.microsoft.com/office/drawing/2014/main" val="3799914238"/>
                    </a:ext>
                  </a:extLst>
                </a:gridCol>
                <a:gridCol w="857699">
                  <a:extLst>
                    <a:ext uri="{9D8B030D-6E8A-4147-A177-3AD203B41FA5}">
                      <a16:colId xmlns:a16="http://schemas.microsoft.com/office/drawing/2014/main" val="1835371581"/>
                    </a:ext>
                  </a:extLst>
                </a:gridCol>
              </a:tblGrid>
              <a:tr h="450667">
                <a:tc>
                  <a:txBody>
                    <a:bodyPr/>
                    <a:lstStyle/>
                    <a:p>
                      <a:r>
                        <a:rPr lang="cs-CZ" dirty="0"/>
                        <a:t>Sloupec</a:t>
                      </a:r>
                    </a:p>
                  </a:txBody>
                  <a:tcPr marL="68580" marR="68580" anchor="ctr">
                    <a:solidFill>
                      <a:srgbClr val="009881"/>
                    </a:solidFill>
                  </a:tcPr>
                </a:tc>
                <a:tc>
                  <a:txBody>
                    <a:bodyPr/>
                    <a:lstStyle/>
                    <a:p>
                      <a:r>
                        <a:rPr lang="cs-CZ" dirty="0"/>
                        <a:t>Sloupec</a:t>
                      </a:r>
                    </a:p>
                  </a:txBody>
                  <a:tcPr marL="68580" marR="68580" anchor="ctr">
                    <a:solidFill>
                      <a:srgbClr val="009881"/>
                    </a:solidFill>
                  </a:tcPr>
                </a:tc>
                <a:tc>
                  <a:txBody>
                    <a:bodyPr/>
                    <a:lstStyle/>
                    <a:p>
                      <a:r>
                        <a:rPr lang="cs-CZ" dirty="0"/>
                        <a:t>Sloupec</a:t>
                      </a:r>
                    </a:p>
                  </a:txBody>
                  <a:tcPr marL="68580" marR="68580" anchor="ctr">
                    <a:solidFill>
                      <a:srgbClr val="009881"/>
                    </a:solidFill>
                  </a:tcPr>
                </a:tc>
                <a:tc>
                  <a:txBody>
                    <a:bodyPr/>
                    <a:lstStyle/>
                    <a:p>
                      <a:r>
                        <a:rPr lang="cs-CZ" dirty="0"/>
                        <a:t>Sloupec</a:t>
                      </a:r>
                    </a:p>
                  </a:txBody>
                  <a:tcPr marL="68580" marR="68580" anchor="ctr">
                    <a:solidFill>
                      <a:srgbClr val="009881"/>
                    </a:solidFill>
                  </a:tcPr>
                </a:tc>
                <a:tc>
                  <a:txBody>
                    <a:bodyPr/>
                    <a:lstStyle/>
                    <a:p>
                      <a:r>
                        <a:rPr lang="cs-CZ" dirty="0"/>
                        <a:t>Sloupec</a:t>
                      </a:r>
                    </a:p>
                  </a:txBody>
                  <a:tcPr marL="68580" marR="68580" anchor="ctr">
                    <a:solidFill>
                      <a:srgbClr val="009881"/>
                    </a:solidFill>
                  </a:tcPr>
                </a:tc>
                <a:tc>
                  <a:txBody>
                    <a:bodyPr/>
                    <a:lstStyle/>
                    <a:p>
                      <a:r>
                        <a:rPr lang="cs-CZ" dirty="0"/>
                        <a:t>Sloupec</a:t>
                      </a:r>
                    </a:p>
                  </a:txBody>
                  <a:tcPr marL="68580" marR="68580" anchor="ctr">
                    <a:solidFill>
                      <a:srgbClr val="009881"/>
                    </a:solidFill>
                  </a:tcPr>
                </a:tc>
                <a:tc>
                  <a:txBody>
                    <a:bodyPr/>
                    <a:lstStyle/>
                    <a:p>
                      <a:r>
                        <a:rPr lang="cs-CZ" dirty="0"/>
                        <a:t>Sloupec</a:t>
                      </a:r>
                    </a:p>
                  </a:txBody>
                  <a:tcPr marL="68580" marR="68580" anchor="ctr">
                    <a:solidFill>
                      <a:srgbClr val="009881"/>
                    </a:solidFill>
                  </a:tcPr>
                </a:tc>
                <a:tc>
                  <a:txBody>
                    <a:bodyPr/>
                    <a:lstStyle/>
                    <a:p>
                      <a:r>
                        <a:rPr lang="cs-CZ" dirty="0"/>
                        <a:t>Sloupec</a:t>
                      </a:r>
                    </a:p>
                  </a:txBody>
                  <a:tcPr marL="68580" marR="68580" anchor="ctr">
                    <a:solidFill>
                      <a:srgbClr val="009881"/>
                    </a:solidFill>
                  </a:tcPr>
                </a:tc>
                <a:tc>
                  <a:txBody>
                    <a:bodyPr/>
                    <a:lstStyle/>
                    <a:p>
                      <a:r>
                        <a:rPr lang="cs-CZ" dirty="0"/>
                        <a:t>Sloupec</a:t>
                      </a:r>
                    </a:p>
                  </a:txBody>
                  <a:tcPr marL="68580" marR="68580" anchor="ctr">
                    <a:solidFill>
                      <a:srgbClr val="009881"/>
                    </a:solidFill>
                  </a:tcPr>
                </a:tc>
                <a:extLst>
                  <a:ext uri="{0D108BD9-81ED-4DB2-BD59-A6C34878D82A}">
                    <a16:rowId xmlns:a16="http://schemas.microsoft.com/office/drawing/2014/main" val="2543504544"/>
                  </a:ext>
                </a:extLst>
              </a:tr>
              <a:tr h="450667">
                <a:tc>
                  <a:txBody>
                    <a:bodyPr/>
                    <a:lstStyle/>
                    <a:p>
                      <a:r>
                        <a:rPr lang="cs-CZ" dirty="0"/>
                        <a:t>řádek</a:t>
                      </a:r>
                    </a:p>
                  </a:txBody>
                  <a:tcPr marL="68580" marR="68580" anchor="ctr">
                    <a:solidFill>
                      <a:schemeClr val="bg1"/>
                    </a:solidFill>
                  </a:tcPr>
                </a:tc>
                <a:tc>
                  <a:txBody>
                    <a:bodyPr/>
                    <a:lstStyle/>
                    <a:p>
                      <a:endParaRPr lang="cs-CZ" dirty="0"/>
                    </a:p>
                  </a:txBody>
                  <a:tcPr marL="68580" marR="68580" anchor="ctr">
                    <a:solidFill>
                      <a:schemeClr val="bg1"/>
                    </a:solidFill>
                  </a:tcPr>
                </a:tc>
                <a:tc>
                  <a:txBody>
                    <a:bodyPr/>
                    <a:lstStyle/>
                    <a:p>
                      <a:endParaRPr lang="cs-CZ" dirty="0"/>
                    </a:p>
                  </a:txBody>
                  <a:tcPr marL="68580" marR="68580" anchor="ctr">
                    <a:solidFill>
                      <a:schemeClr val="bg1"/>
                    </a:solidFill>
                  </a:tcPr>
                </a:tc>
                <a:tc>
                  <a:txBody>
                    <a:bodyPr/>
                    <a:lstStyle/>
                    <a:p>
                      <a:endParaRPr lang="cs-CZ" dirty="0"/>
                    </a:p>
                  </a:txBody>
                  <a:tcPr marL="68580" marR="68580" anchor="ctr">
                    <a:solidFill>
                      <a:schemeClr val="bg1"/>
                    </a:solidFill>
                  </a:tcPr>
                </a:tc>
                <a:tc>
                  <a:txBody>
                    <a:bodyPr/>
                    <a:lstStyle/>
                    <a:p>
                      <a:endParaRPr lang="cs-CZ" dirty="0"/>
                    </a:p>
                  </a:txBody>
                  <a:tcPr marL="68580" marR="68580" anchor="ctr">
                    <a:solidFill>
                      <a:schemeClr val="bg1"/>
                    </a:solidFill>
                  </a:tcPr>
                </a:tc>
                <a:tc>
                  <a:txBody>
                    <a:bodyPr/>
                    <a:lstStyle/>
                    <a:p>
                      <a:endParaRPr lang="cs-CZ" dirty="0"/>
                    </a:p>
                  </a:txBody>
                  <a:tcPr marL="68580" marR="68580" anchor="ctr">
                    <a:solidFill>
                      <a:schemeClr val="bg1"/>
                    </a:solidFill>
                  </a:tcPr>
                </a:tc>
                <a:tc>
                  <a:txBody>
                    <a:bodyPr/>
                    <a:lstStyle/>
                    <a:p>
                      <a:endParaRPr lang="cs-CZ" dirty="0"/>
                    </a:p>
                  </a:txBody>
                  <a:tcPr marL="68580" marR="68580" anchor="ctr">
                    <a:solidFill>
                      <a:schemeClr val="bg1"/>
                    </a:solidFill>
                  </a:tcPr>
                </a:tc>
                <a:tc>
                  <a:txBody>
                    <a:bodyPr/>
                    <a:lstStyle/>
                    <a:p>
                      <a:endParaRPr lang="cs-CZ" dirty="0"/>
                    </a:p>
                  </a:txBody>
                  <a:tcPr marL="68580" marR="68580" anchor="ctr">
                    <a:solidFill>
                      <a:schemeClr val="bg1"/>
                    </a:solidFill>
                  </a:tcPr>
                </a:tc>
                <a:tc>
                  <a:txBody>
                    <a:bodyPr/>
                    <a:lstStyle/>
                    <a:p>
                      <a:endParaRPr lang="cs-CZ" dirty="0"/>
                    </a:p>
                  </a:txBody>
                  <a:tcPr marL="68580" marR="68580" anchor="ctr">
                    <a:solidFill>
                      <a:schemeClr val="bg1"/>
                    </a:solidFill>
                  </a:tcPr>
                </a:tc>
                <a:extLst>
                  <a:ext uri="{0D108BD9-81ED-4DB2-BD59-A6C34878D82A}">
                    <a16:rowId xmlns:a16="http://schemas.microsoft.com/office/drawing/2014/main" val="4209812970"/>
                  </a:ext>
                </a:extLst>
              </a:tr>
              <a:tr h="45066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cs-CZ" dirty="0"/>
                        <a:t>řádek</a:t>
                      </a:r>
                    </a:p>
                  </a:txBody>
                  <a:tcPr marL="68580" marR="68580" anchor="ctr">
                    <a:solidFill>
                      <a:schemeClr val="bg1">
                        <a:lumMod val="95000"/>
                      </a:schemeClr>
                    </a:solidFill>
                  </a:tcPr>
                </a:tc>
                <a:tc>
                  <a:txBody>
                    <a:bodyPr/>
                    <a:lstStyle/>
                    <a:p>
                      <a:endParaRPr lang="cs-CZ" dirty="0"/>
                    </a:p>
                  </a:txBody>
                  <a:tcPr marL="68580" marR="68580" anchor="ctr">
                    <a:solidFill>
                      <a:schemeClr val="bg1">
                        <a:lumMod val="95000"/>
                      </a:schemeClr>
                    </a:solidFill>
                  </a:tcPr>
                </a:tc>
                <a:tc>
                  <a:txBody>
                    <a:bodyPr/>
                    <a:lstStyle/>
                    <a:p>
                      <a:endParaRPr lang="cs-CZ" dirty="0"/>
                    </a:p>
                  </a:txBody>
                  <a:tcPr marL="68580" marR="68580" anchor="ctr">
                    <a:solidFill>
                      <a:schemeClr val="bg1">
                        <a:lumMod val="95000"/>
                      </a:schemeClr>
                    </a:solidFill>
                  </a:tcPr>
                </a:tc>
                <a:tc>
                  <a:txBody>
                    <a:bodyPr/>
                    <a:lstStyle/>
                    <a:p>
                      <a:endParaRPr lang="cs-CZ" dirty="0"/>
                    </a:p>
                  </a:txBody>
                  <a:tcPr marL="68580" marR="68580" anchor="ctr">
                    <a:solidFill>
                      <a:schemeClr val="bg1">
                        <a:lumMod val="95000"/>
                      </a:schemeClr>
                    </a:solidFill>
                  </a:tcPr>
                </a:tc>
                <a:tc>
                  <a:txBody>
                    <a:bodyPr/>
                    <a:lstStyle/>
                    <a:p>
                      <a:endParaRPr lang="cs-CZ" dirty="0"/>
                    </a:p>
                  </a:txBody>
                  <a:tcPr marL="68580" marR="68580" anchor="ctr">
                    <a:solidFill>
                      <a:schemeClr val="bg1">
                        <a:lumMod val="95000"/>
                      </a:schemeClr>
                    </a:solidFill>
                  </a:tcPr>
                </a:tc>
                <a:tc>
                  <a:txBody>
                    <a:bodyPr/>
                    <a:lstStyle/>
                    <a:p>
                      <a:endParaRPr lang="cs-CZ" dirty="0"/>
                    </a:p>
                  </a:txBody>
                  <a:tcPr marL="68580" marR="68580" anchor="ctr">
                    <a:solidFill>
                      <a:schemeClr val="bg1">
                        <a:lumMod val="95000"/>
                      </a:schemeClr>
                    </a:solidFill>
                  </a:tcPr>
                </a:tc>
                <a:tc>
                  <a:txBody>
                    <a:bodyPr/>
                    <a:lstStyle/>
                    <a:p>
                      <a:endParaRPr lang="cs-CZ" dirty="0"/>
                    </a:p>
                  </a:txBody>
                  <a:tcPr marL="68580" marR="68580" anchor="ctr">
                    <a:solidFill>
                      <a:schemeClr val="bg1">
                        <a:lumMod val="95000"/>
                      </a:schemeClr>
                    </a:solidFill>
                  </a:tcPr>
                </a:tc>
                <a:tc>
                  <a:txBody>
                    <a:bodyPr/>
                    <a:lstStyle/>
                    <a:p>
                      <a:endParaRPr lang="cs-CZ" dirty="0"/>
                    </a:p>
                  </a:txBody>
                  <a:tcPr marL="68580" marR="68580" anchor="ctr">
                    <a:solidFill>
                      <a:schemeClr val="bg1">
                        <a:lumMod val="95000"/>
                      </a:schemeClr>
                    </a:solidFill>
                  </a:tcPr>
                </a:tc>
                <a:tc>
                  <a:txBody>
                    <a:bodyPr/>
                    <a:lstStyle/>
                    <a:p>
                      <a:endParaRPr lang="cs-CZ" dirty="0"/>
                    </a:p>
                  </a:txBody>
                  <a:tcPr marL="68580" marR="68580" anchor="ctr">
                    <a:solidFill>
                      <a:schemeClr val="bg1">
                        <a:lumMod val="95000"/>
                      </a:schemeClr>
                    </a:solidFill>
                  </a:tcPr>
                </a:tc>
                <a:extLst>
                  <a:ext uri="{0D108BD9-81ED-4DB2-BD59-A6C34878D82A}">
                    <a16:rowId xmlns:a16="http://schemas.microsoft.com/office/drawing/2014/main" val="2218039754"/>
                  </a:ext>
                </a:extLst>
              </a:tr>
              <a:tr h="45066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cs-CZ" dirty="0"/>
                        <a:t>řádek</a:t>
                      </a:r>
                    </a:p>
                  </a:txBody>
                  <a:tcPr marL="68580" marR="68580" anchor="ctr">
                    <a:solidFill>
                      <a:schemeClr val="bg1"/>
                    </a:solidFill>
                  </a:tcPr>
                </a:tc>
                <a:tc>
                  <a:txBody>
                    <a:bodyPr/>
                    <a:lstStyle/>
                    <a:p>
                      <a:endParaRPr lang="cs-CZ" dirty="0"/>
                    </a:p>
                  </a:txBody>
                  <a:tcPr marL="68580" marR="68580" anchor="ctr">
                    <a:solidFill>
                      <a:schemeClr val="bg1"/>
                    </a:solidFill>
                  </a:tcPr>
                </a:tc>
                <a:tc>
                  <a:txBody>
                    <a:bodyPr/>
                    <a:lstStyle/>
                    <a:p>
                      <a:endParaRPr lang="cs-CZ" dirty="0"/>
                    </a:p>
                  </a:txBody>
                  <a:tcPr marL="68580" marR="68580" anchor="ctr">
                    <a:solidFill>
                      <a:schemeClr val="bg1"/>
                    </a:solidFill>
                  </a:tcPr>
                </a:tc>
                <a:tc>
                  <a:txBody>
                    <a:bodyPr/>
                    <a:lstStyle/>
                    <a:p>
                      <a:endParaRPr lang="cs-CZ" dirty="0"/>
                    </a:p>
                  </a:txBody>
                  <a:tcPr marL="68580" marR="68580" anchor="ctr">
                    <a:solidFill>
                      <a:schemeClr val="bg1"/>
                    </a:solidFill>
                  </a:tcPr>
                </a:tc>
                <a:tc>
                  <a:txBody>
                    <a:bodyPr/>
                    <a:lstStyle/>
                    <a:p>
                      <a:endParaRPr lang="cs-CZ" dirty="0"/>
                    </a:p>
                  </a:txBody>
                  <a:tcPr marL="68580" marR="68580" anchor="ctr">
                    <a:solidFill>
                      <a:schemeClr val="bg1"/>
                    </a:solidFill>
                  </a:tcPr>
                </a:tc>
                <a:tc>
                  <a:txBody>
                    <a:bodyPr/>
                    <a:lstStyle/>
                    <a:p>
                      <a:endParaRPr lang="cs-CZ" dirty="0"/>
                    </a:p>
                  </a:txBody>
                  <a:tcPr marL="68580" marR="68580" anchor="ctr">
                    <a:solidFill>
                      <a:schemeClr val="bg1"/>
                    </a:solidFill>
                  </a:tcPr>
                </a:tc>
                <a:tc>
                  <a:txBody>
                    <a:bodyPr/>
                    <a:lstStyle/>
                    <a:p>
                      <a:endParaRPr lang="cs-CZ" dirty="0"/>
                    </a:p>
                  </a:txBody>
                  <a:tcPr marL="68580" marR="68580" anchor="ctr">
                    <a:solidFill>
                      <a:schemeClr val="bg1"/>
                    </a:solidFill>
                  </a:tcPr>
                </a:tc>
                <a:tc>
                  <a:txBody>
                    <a:bodyPr/>
                    <a:lstStyle/>
                    <a:p>
                      <a:endParaRPr lang="cs-CZ"/>
                    </a:p>
                  </a:txBody>
                  <a:tcPr marL="68580" marR="68580" anchor="ctr">
                    <a:solidFill>
                      <a:schemeClr val="bg1"/>
                    </a:solidFill>
                  </a:tcPr>
                </a:tc>
                <a:tc>
                  <a:txBody>
                    <a:bodyPr/>
                    <a:lstStyle/>
                    <a:p>
                      <a:endParaRPr lang="cs-CZ" dirty="0"/>
                    </a:p>
                  </a:txBody>
                  <a:tcPr marL="68580" marR="68580" anchor="ctr">
                    <a:solidFill>
                      <a:schemeClr val="bg1"/>
                    </a:solidFill>
                  </a:tcPr>
                </a:tc>
                <a:extLst>
                  <a:ext uri="{0D108BD9-81ED-4DB2-BD59-A6C34878D82A}">
                    <a16:rowId xmlns:a16="http://schemas.microsoft.com/office/drawing/2014/main" val="3620737182"/>
                  </a:ext>
                </a:extLst>
              </a:tr>
              <a:tr h="45066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cs-CZ" dirty="0"/>
                        <a:t>řádek</a:t>
                      </a:r>
                    </a:p>
                  </a:txBody>
                  <a:tcPr marL="68580" marR="68580" anchor="ctr">
                    <a:solidFill>
                      <a:schemeClr val="bg1">
                        <a:lumMod val="95000"/>
                      </a:schemeClr>
                    </a:solidFill>
                  </a:tcPr>
                </a:tc>
                <a:tc>
                  <a:txBody>
                    <a:bodyPr/>
                    <a:lstStyle/>
                    <a:p>
                      <a:endParaRPr lang="cs-CZ" dirty="0"/>
                    </a:p>
                  </a:txBody>
                  <a:tcPr marL="68580" marR="68580" anchor="ctr">
                    <a:solidFill>
                      <a:schemeClr val="bg1">
                        <a:lumMod val="95000"/>
                      </a:schemeClr>
                    </a:solidFill>
                  </a:tcPr>
                </a:tc>
                <a:tc>
                  <a:txBody>
                    <a:bodyPr/>
                    <a:lstStyle/>
                    <a:p>
                      <a:endParaRPr lang="cs-CZ" dirty="0"/>
                    </a:p>
                  </a:txBody>
                  <a:tcPr marL="68580" marR="68580" anchor="ctr">
                    <a:solidFill>
                      <a:schemeClr val="bg1">
                        <a:lumMod val="95000"/>
                      </a:schemeClr>
                    </a:solidFill>
                  </a:tcPr>
                </a:tc>
                <a:tc>
                  <a:txBody>
                    <a:bodyPr/>
                    <a:lstStyle/>
                    <a:p>
                      <a:endParaRPr lang="cs-CZ" dirty="0"/>
                    </a:p>
                  </a:txBody>
                  <a:tcPr marL="68580" marR="68580" anchor="ctr">
                    <a:solidFill>
                      <a:schemeClr val="bg1">
                        <a:lumMod val="95000"/>
                      </a:schemeClr>
                    </a:solidFill>
                  </a:tcPr>
                </a:tc>
                <a:tc>
                  <a:txBody>
                    <a:bodyPr/>
                    <a:lstStyle/>
                    <a:p>
                      <a:endParaRPr lang="cs-CZ" dirty="0"/>
                    </a:p>
                  </a:txBody>
                  <a:tcPr marL="68580" marR="68580" anchor="ctr">
                    <a:solidFill>
                      <a:schemeClr val="bg1">
                        <a:lumMod val="95000"/>
                      </a:schemeClr>
                    </a:solidFill>
                  </a:tcPr>
                </a:tc>
                <a:tc>
                  <a:txBody>
                    <a:bodyPr/>
                    <a:lstStyle/>
                    <a:p>
                      <a:endParaRPr lang="cs-CZ" dirty="0"/>
                    </a:p>
                  </a:txBody>
                  <a:tcPr marL="68580" marR="68580" anchor="ctr">
                    <a:solidFill>
                      <a:schemeClr val="bg1">
                        <a:lumMod val="95000"/>
                      </a:schemeClr>
                    </a:solidFill>
                  </a:tcPr>
                </a:tc>
                <a:tc>
                  <a:txBody>
                    <a:bodyPr/>
                    <a:lstStyle/>
                    <a:p>
                      <a:endParaRPr lang="cs-CZ" dirty="0"/>
                    </a:p>
                  </a:txBody>
                  <a:tcPr marL="68580" marR="68580" anchor="ctr">
                    <a:solidFill>
                      <a:schemeClr val="bg1">
                        <a:lumMod val="95000"/>
                      </a:schemeClr>
                    </a:solidFill>
                  </a:tcPr>
                </a:tc>
                <a:tc>
                  <a:txBody>
                    <a:bodyPr/>
                    <a:lstStyle/>
                    <a:p>
                      <a:endParaRPr lang="cs-CZ" dirty="0"/>
                    </a:p>
                  </a:txBody>
                  <a:tcPr marL="68580" marR="68580" anchor="ctr">
                    <a:solidFill>
                      <a:schemeClr val="bg1">
                        <a:lumMod val="95000"/>
                      </a:schemeClr>
                    </a:solidFill>
                  </a:tcPr>
                </a:tc>
                <a:tc>
                  <a:txBody>
                    <a:bodyPr/>
                    <a:lstStyle/>
                    <a:p>
                      <a:endParaRPr lang="cs-CZ" dirty="0"/>
                    </a:p>
                  </a:txBody>
                  <a:tcPr marL="68580" marR="68580" anchor="ctr">
                    <a:solidFill>
                      <a:schemeClr val="bg1">
                        <a:lumMod val="95000"/>
                      </a:schemeClr>
                    </a:solidFill>
                  </a:tcPr>
                </a:tc>
                <a:extLst>
                  <a:ext uri="{0D108BD9-81ED-4DB2-BD59-A6C34878D82A}">
                    <a16:rowId xmlns:a16="http://schemas.microsoft.com/office/drawing/2014/main" val="1781019941"/>
                  </a:ext>
                </a:extLst>
              </a:tr>
              <a:tr h="45066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cs-CZ" dirty="0"/>
                        <a:t>řádek</a:t>
                      </a:r>
                    </a:p>
                  </a:txBody>
                  <a:tcPr marL="68580" marR="68580" anchor="ctr">
                    <a:solidFill>
                      <a:schemeClr val="bg1"/>
                    </a:solidFill>
                  </a:tcPr>
                </a:tc>
                <a:tc>
                  <a:txBody>
                    <a:bodyPr/>
                    <a:lstStyle/>
                    <a:p>
                      <a:endParaRPr lang="cs-CZ" dirty="0"/>
                    </a:p>
                  </a:txBody>
                  <a:tcPr marL="68580" marR="68580" anchor="ctr">
                    <a:solidFill>
                      <a:schemeClr val="bg1"/>
                    </a:solidFill>
                  </a:tcPr>
                </a:tc>
                <a:tc>
                  <a:txBody>
                    <a:bodyPr/>
                    <a:lstStyle/>
                    <a:p>
                      <a:endParaRPr lang="cs-CZ" dirty="0"/>
                    </a:p>
                  </a:txBody>
                  <a:tcPr marL="68580" marR="68580" anchor="ctr">
                    <a:solidFill>
                      <a:schemeClr val="bg1"/>
                    </a:solidFill>
                  </a:tcPr>
                </a:tc>
                <a:tc>
                  <a:txBody>
                    <a:bodyPr/>
                    <a:lstStyle/>
                    <a:p>
                      <a:endParaRPr lang="cs-CZ" dirty="0"/>
                    </a:p>
                  </a:txBody>
                  <a:tcPr marL="68580" marR="68580" anchor="ctr">
                    <a:solidFill>
                      <a:schemeClr val="bg1"/>
                    </a:solidFill>
                  </a:tcPr>
                </a:tc>
                <a:tc>
                  <a:txBody>
                    <a:bodyPr/>
                    <a:lstStyle/>
                    <a:p>
                      <a:endParaRPr lang="cs-CZ" dirty="0"/>
                    </a:p>
                  </a:txBody>
                  <a:tcPr marL="68580" marR="68580" anchor="ctr">
                    <a:solidFill>
                      <a:schemeClr val="bg1"/>
                    </a:solidFill>
                  </a:tcPr>
                </a:tc>
                <a:tc>
                  <a:txBody>
                    <a:bodyPr/>
                    <a:lstStyle/>
                    <a:p>
                      <a:endParaRPr lang="cs-CZ" dirty="0"/>
                    </a:p>
                  </a:txBody>
                  <a:tcPr marL="68580" marR="68580" anchor="ctr">
                    <a:solidFill>
                      <a:schemeClr val="bg1"/>
                    </a:solidFill>
                  </a:tcPr>
                </a:tc>
                <a:tc>
                  <a:txBody>
                    <a:bodyPr/>
                    <a:lstStyle/>
                    <a:p>
                      <a:endParaRPr lang="cs-CZ" dirty="0"/>
                    </a:p>
                  </a:txBody>
                  <a:tcPr marL="68580" marR="68580" anchor="ctr">
                    <a:solidFill>
                      <a:schemeClr val="bg1"/>
                    </a:solidFill>
                  </a:tcPr>
                </a:tc>
                <a:tc>
                  <a:txBody>
                    <a:bodyPr/>
                    <a:lstStyle/>
                    <a:p>
                      <a:endParaRPr lang="cs-CZ" dirty="0"/>
                    </a:p>
                  </a:txBody>
                  <a:tcPr marL="68580" marR="68580" anchor="ctr">
                    <a:solidFill>
                      <a:schemeClr val="bg1"/>
                    </a:solidFill>
                  </a:tcPr>
                </a:tc>
                <a:tc>
                  <a:txBody>
                    <a:bodyPr/>
                    <a:lstStyle/>
                    <a:p>
                      <a:endParaRPr lang="cs-CZ" dirty="0"/>
                    </a:p>
                  </a:txBody>
                  <a:tcPr marL="68580" marR="68580" anchor="ctr">
                    <a:solidFill>
                      <a:schemeClr val="bg1"/>
                    </a:solidFill>
                  </a:tcPr>
                </a:tc>
                <a:extLst>
                  <a:ext uri="{0D108BD9-81ED-4DB2-BD59-A6C34878D82A}">
                    <a16:rowId xmlns:a16="http://schemas.microsoft.com/office/drawing/2014/main" val="1777095225"/>
                  </a:ext>
                </a:extLst>
              </a:tr>
              <a:tr h="45066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cs-CZ" dirty="0"/>
                        <a:t>řádek</a:t>
                      </a:r>
                    </a:p>
                  </a:txBody>
                  <a:tcPr marL="68580" marR="68580" anchor="ctr">
                    <a:solidFill>
                      <a:schemeClr val="bg1">
                        <a:lumMod val="95000"/>
                      </a:schemeClr>
                    </a:solidFill>
                  </a:tcPr>
                </a:tc>
                <a:tc>
                  <a:txBody>
                    <a:bodyPr/>
                    <a:lstStyle/>
                    <a:p>
                      <a:endParaRPr lang="cs-CZ" dirty="0"/>
                    </a:p>
                  </a:txBody>
                  <a:tcPr marL="68580" marR="68580" anchor="ctr">
                    <a:solidFill>
                      <a:schemeClr val="bg1">
                        <a:lumMod val="95000"/>
                      </a:schemeClr>
                    </a:solidFill>
                  </a:tcPr>
                </a:tc>
                <a:tc>
                  <a:txBody>
                    <a:bodyPr/>
                    <a:lstStyle/>
                    <a:p>
                      <a:endParaRPr lang="cs-CZ" dirty="0"/>
                    </a:p>
                  </a:txBody>
                  <a:tcPr marL="68580" marR="68580" anchor="ctr">
                    <a:solidFill>
                      <a:schemeClr val="bg1">
                        <a:lumMod val="95000"/>
                      </a:schemeClr>
                    </a:solidFill>
                  </a:tcPr>
                </a:tc>
                <a:tc>
                  <a:txBody>
                    <a:bodyPr/>
                    <a:lstStyle/>
                    <a:p>
                      <a:endParaRPr lang="cs-CZ" dirty="0"/>
                    </a:p>
                  </a:txBody>
                  <a:tcPr marL="68580" marR="68580" anchor="ctr">
                    <a:solidFill>
                      <a:schemeClr val="bg1">
                        <a:lumMod val="95000"/>
                      </a:schemeClr>
                    </a:solidFill>
                  </a:tcPr>
                </a:tc>
                <a:tc>
                  <a:txBody>
                    <a:bodyPr/>
                    <a:lstStyle/>
                    <a:p>
                      <a:endParaRPr lang="cs-CZ" dirty="0"/>
                    </a:p>
                  </a:txBody>
                  <a:tcPr marL="68580" marR="68580" anchor="ctr">
                    <a:solidFill>
                      <a:schemeClr val="bg1">
                        <a:lumMod val="95000"/>
                      </a:schemeClr>
                    </a:solidFill>
                  </a:tcPr>
                </a:tc>
                <a:tc>
                  <a:txBody>
                    <a:bodyPr/>
                    <a:lstStyle/>
                    <a:p>
                      <a:endParaRPr lang="cs-CZ" dirty="0"/>
                    </a:p>
                  </a:txBody>
                  <a:tcPr marL="68580" marR="68580" anchor="ctr">
                    <a:solidFill>
                      <a:schemeClr val="bg1">
                        <a:lumMod val="95000"/>
                      </a:schemeClr>
                    </a:solidFill>
                  </a:tcPr>
                </a:tc>
                <a:tc>
                  <a:txBody>
                    <a:bodyPr/>
                    <a:lstStyle/>
                    <a:p>
                      <a:endParaRPr lang="cs-CZ" dirty="0"/>
                    </a:p>
                  </a:txBody>
                  <a:tcPr marL="68580" marR="68580" anchor="ctr">
                    <a:solidFill>
                      <a:schemeClr val="bg1">
                        <a:lumMod val="95000"/>
                      </a:schemeClr>
                    </a:solidFill>
                  </a:tcPr>
                </a:tc>
                <a:tc>
                  <a:txBody>
                    <a:bodyPr/>
                    <a:lstStyle/>
                    <a:p>
                      <a:endParaRPr lang="cs-CZ" dirty="0"/>
                    </a:p>
                  </a:txBody>
                  <a:tcPr marL="68580" marR="68580" anchor="ctr">
                    <a:solidFill>
                      <a:schemeClr val="bg1">
                        <a:lumMod val="95000"/>
                      </a:schemeClr>
                    </a:solidFill>
                  </a:tcPr>
                </a:tc>
                <a:tc>
                  <a:txBody>
                    <a:bodyPr/>
                    <a:lstStyle/>
                    <a:p>
                      <a:endParaRPr lang="cs-CZ" dirty="0"/>
                    </a:p>
                  </a:txBody>
                  <a:tcPr marL="68580" marR="68580" anchor="ctr">
                    <a:solidFill>
                      <a:schemeClr val="bg1">
                        <a:lumMod val="95000"/>
                      </a:schemeClr>
                    </a:solidFill>
                  </a:tcPr>
                </a:tc>
                <a:extLst>
                  <a:ext uri="{0D108BD9-81ED-4DB2-BD59-A6C34878D82A}">
                    <a16:rowId xmlns:a16="http://schemas.microsoft.com/office/drawing/2014/main" val="2993294286"/>
                  </a:ext>
                </a:extLst>
              </a:tr>
              <a:tr h="45066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cs-CZ" dirty="0"/>
                        <a:t>řádek</a:t>
                      </a:r>
                    </a:p>
                  </a:txBody>
                  <a:tcPr marL="68580" marR="68580" anchor="ctr">
                    <a:solidFill>
                      <a:srgbClr val="B5EAE0"/>
                    </a:solidFill>
                  </a:tcPr>
                </a:tc>
                <a:tc>
                  <a:txBody>
                    <a:bodyPr/>
                    <a:lstStyle/>
                    <a:p>
                      <a:endParaRPr lang="cs-CZ" dirty="0"/>
                    </a:p>
                  </a:txBody>
                  <a:tcPr marL="68580" marR="68580" anchor="ctr">
                    <a:solidFill>
                      <a:srgbClr val="B5EAE0"/>
                    </a:solidFill>
                  </a:tcPr>
                </a:tc>
                <a:tc>
                  <a:txBody>
                    <a:bodyPr/>
                    <a:lstStyle/>
                    <a:p>
                      <a:endParaRPr lang="cs-CZ" dirty="0"/>
                    </a:p>
                  </a:txBody>
                  <a:tcPr marL="68580" marR="68580" anchor="ctr">
                    <a:solidFill>
                      <a:srgbClr val="B5EAE0"/>
                    </a:solidFill>
                  </a:tcPr>
                </a:tc>
                <a:tc>
                  <a:txBody>
                    <a:bodyPr/>
                    <a:lstStyle/>
                    <a:p>
                      <a:endParaRPr lang="cs-CZ" dirty="0"/>
                    </a:p>
                  </a:txBody>
                  <a:tcPr marL="68580" marR="68580" anchor="ctr">
                    <a:solidFill>
                      <a:srgbClr val="B5EAE0"/>
                    </a:solidFill>
                  </a:tcPr>
                </a:tc>
                <a:tc>
                  <a:txBody>
                    <a:bodyPr/>
                    <a:lstStyle/>
                    <a:p>
                      <a:endParaRPr lang="cs-CZ" dirty="0"/>
                    </a:p>
                  </a:txBody>
                  <a:tcPr marL="68580" marR="68580" anchor="ctr">
                    <a:solidFill>
                      <a:srgbClr val="B5EAE0"/>
                    </a:solidFill>
                  </a:tcPr>
                </a:tc>
                <a:tc>
                  <a:txBody>
                    <a:bodyPr/>
                    <a:lstStyle/>
                    <a:p>
                      <a:endParaRPr lang="cs-CZ" dirty="0"/>
                    </a:p>
                  </a:txBody>
                  <a:tcPr marL="68580" marR="68580" anchor="ctr">
                    <a:solidFill>
                      <a:srgbClr val="B5EAE0"/>
                    </a:solidFill>
                  </a:tcPr>
                </a:tc>
                <a:tc>
                  <a:txBody>
                    <a:bodyPr/>
                    <a:lstStyle/>
                    <a:p>
                      <a:endParaRPr lang="cs-CZ" dirty="0"/>
                    </a:p>
                  </a:txBody>
                  <a:tcPr marL="68580" marR="68580" anchor="ctr">
                    <a:solidFill>
                      <a:srgbClr val="B5EAE0"/>
                    </a:solidFill>
                  </a:tcPr>
                </a:tc>
                <a:tc>
                  <a:txBody>
                    <a:bodyPr/>
                    <a:lstStyle/>
                    <a:p>
                      <a:endParaRPr lang="cs-CZ" dirty="0"/>
                    </a:p>
                  </a:txBody>
                  <a:tcPr marL="68580" marR="68580" anchor="ctr">
                    <a:solidFill>
                      <a:srgbClr val="B5EAE0"/>
                    </a:solidFill>
                  </a:tcPr>
                </a:tc>
                <a:tc>
                  <a:txBody>
                    <a:bodyPr/>
                    <a:lstStyle/>
                    <a:p>
                      <a:endParaRPr lang="cs-CZ" dirty="0"/>
                    </a:p>
                  </a:txBody>
                  <a:tcPr marL="68580" marR="68580" anchor="ctr">
                    <a:solidFill>
                      <a:srgbClr val="B5EAE0"/>
                    </a:solidFill>
                  </a:tcPr>
                </a:tc>
                <a:extLst>
                  <a:ext uri="{0D108BD9-81ED-4DB2-BD59-A6C34878D82A}">
                    <a16:rowId xmlns:a16="http://schemas.microsoft.com/office/drawing/2014/main" val="150252544"/>
                  </a:ext>
                </a:extLst>
              </a:tr>
            </a:tbl>
          </a:graphicData>
        </a:graphic>
      </p:graphicFrame>
      <p:sp>
        <p:nvSpPr>
          <p:cNvPr id="14" name="Nadpis 1">
            <a:extLst>
              <a:ext uri="{FF2B5EF4-FFF2-40B4-BE49-F238E27FC236}">
                <a16:creationId xmlns:a16="http://schemas.microsoft.com/office/drawing/2014/main" id="{3595AC0D-E641-4E07-B2CB-74274830B2B5}"/>
              </a:ext>
            </a:extLst>
          </p:cNvPr>
          <p:cNvSpPr>
            <a:spLocks noGrp="1"/>
          </p:cNvSpPr>
          <p:nvPr>
            <p:ph type="title"/>
          </p:nvPr>
        </p:nvSpPr>
        <p:spPr>
          <a:xfrm>
            <a:off x="628650" y="1100016"/>
            <a:ext cx="7779544" cy="689952"/>
          </a:xfrm>
        </p:spPr>
        <p:txBody>
          <a:bodyPr/>
          <a:lstStyle/>
          <a:p>
            <a:r>
              <a:rPr lang="cs-CZ" dirty="0"/>
              <a:t>Kliknutím lze upravit styl.</a:t>
            </a:r>
          </a:p>
        </p:txBody>
      </p:sp>
    </p:spTree>
    <p:extLst>
      <p:ext uri="{BB962C8B-B14F-4D97-AF65-F5344CB8AC3E}">
        <p14:creationId xmlns:p14="http://schemas.microsoft.com/office/powerpoint/2010/main" val="39266112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objTx" preserve="1">
  <p:cSld name="Obsah s titulkem">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CB75CB4D-7416-4123-83CE-C769D1CEF97F}"/>
              </a:ext>
            </a:extLst>
          </p:cNvPr>
          <p:cNvSpPr>
            <a:spLocks noGrp="1"/>
          </p:cNvSpPr>
          <p:nvPr>
            <p:ph type="title"/>
          </p:nvPr>
        </p:nvSpPr>
        <p:spPr>
          <a:xfrm>
            <a:off x="629841" y="987429"/>
            <a:ext cx="2949178" cy="1069975"/>
          </a:xfrm>
        </p:spPr>
        <p:txBody>
          <a:bodyPr anchor="b"/>
          <a:lstStyle>
            <a:lvl1pPr>
              <a:defRPr sz="2400"/>
            </a:lvl1pPr>
          </a:lstStyle>
          <a:p>
            <a:r>
              <a:rPr lang="cs-CZ" dirty="0"/>
              <a:t>Kliknutím lze upravit styl.</a:t>
            </a:r>
          </a:p>
        </p:txBody>
      </p:sp>
      <p:sp>
        <p:nvSpPr>
          <p:cNvPr id="3" name="Zástupný obsah 2">
            <a:extLst>
              <a:ext uri="{FF2B5EF4-FFF2-40B4-BE49-F238E27FC236}">
                <a16:creationId xmlns:a16="http://schemas.microsoft.com/office/drawing/2014/main" id="{CD0998F7-E90D-471F-891C-0FD12349B84C}"/>
              </a:ext>
            </a:extLst>
          </p:cNvPr>
          <p:cNvSpPr>
            <a:spLocks noGrp="1"/>
          </p:cNvSpPr>
          <p:nvPr>
            <p:ph idx="1"/>
          </p:nvPr>
        </p:nvSpPr>
        <p:spPr>
          <a:xfrm>
            <a:off x="3887391" y="987430"/>
            <a:ext cx="4629150" cy="5368924"/>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cs-CZ"/>
              <a:t>Po kliknutí můžete upravovat styly textu v předloze.</a:t>
            </a:r>
          </a:p>
          <a:p>
            <a:pPr lvl="1"/>
            <a:r>
              <a:rPr lang="cs-CZ"/>
              <a:t>Druhá úroveň</a:t>
            </a:r>
          </a:p>
          <a:p>
            <a:pPr lvl="2"/>
            <a:r>
              <a:rPr lang="cs-CZ"/>
              <a:t>Třetí úroveň</a:t>
            </a:r>
          </a:p>
          <a:p>
            <a:pPr lvl="3"/>
            <a:r>
              <a:rPr lang="cs-CZ"/>
              <a:t>Čtvrtá úroveň</a:t>
            </a:r>
          </a:p>
          <a:p>
            <a:pPr lvl="4"/>
            <a:r>
              <a:rPr lang="cs-CZ"/>
              <a:t>Pátá úroveň</a:t>
            </a:r>
          </a:p>
        </p:txBody>
      </p:sp>
      <p:sp>
        <p:nvSpPr>
          <p:cNvPr id="4" name="Zástupný text 3">
            <a:extLst>
              <a:ext uri="{FF2B5EF4-FFF2-40B4-BE49-F238E27FC236}">
                <a16:creationId xmlns:a16="http://schemas.microsoft.com/office/drawing/2014/main" id="{10F5FE98-251D-4D3C-B8B7-DADD6DEB8680}"/>
              </a:ext>
            </a:extLst>
          </p:cNvPr>
          <p:cNvSpPr>
            <a:spLocks noGrp="1"/>
          </p:cNvSpPr>
          <p:nvPr>
            <p:ph type="body" sz="half" idx="2"/>
          </p:nvPr>
        </p:nvSpPr>
        <p:spPr>
          <a:xfrm>
            <a:off x="629841" y="2057399"/>
            <a:ext cx="2949178" cy="4298955"/>
          </a:xfrm>
        </p:spPr>
        <p:txBody>
          <a:bodyPr/>
          <a:lstStyle>
            <a:lvl1pPr marL="0" indent="0">
              <a:buNone/>
              <a:defRPr sz="1200"/>
            </a:lvl1pPr>
            <a:lvl2pPr marL="342892" indent="0">
              <a:buNone/>
              <a:defRPr sz="1050"/>
            </a:lvl2pPr>
            <a:lvl3pPr marL="685783" indent="0">
              <a:buNone/>
              <a:defRPr sz="900"/>
            </a:lvl3pPr>
            <a:lvl4pPr marL="1028675" indent="0">
              <a:buNone/>
              <a:defRPr sz="750"/>
            </a:lvl4pPr>
            <a:lvl5pPr marL="1371566" indent="0">
              <a:buNone/>
              <a:defRPr sz="750"/>
            </a:lvl5pPr>
            <a:lvl6pPr marL="1714457" indent="0">
              <a:buNone/>
              <a:defRPr sz="750"/>
            </a:lvl6pPr>
            <a:lvl7pPr marL="2057348" indent="0">
              <a:buNone/>
              <a:defRPr sz="750"/>
            </a:lvl7pPr>
            <a:lvl8pPr marL="2400240" indent="0">
              <a:buNone/>
              <a:defRPr sz="750"/>
            </a:lvl8pPr>
            <a:lvl9pPr marL="2743132" indent="0">
              <a:buNone/>
              <a:defRPr sz="750"/>
            </a:lvl9pPr>
          </a:lstStyle>
          <a:p>
            <a:pPr lvl="0"/>
            <a:r>
              <a:rPr lang="cs-CZ"/>
              <a:t>Po kliknutí můžete upravovat styly textu v předloze.</a:t>
            </a:r>
          </a:p>
        </p:txBody>
      </p:sp>
      <p:sp>
        <p:nvSpPr>
          <p:cNvPr id="5" name="Zástupný symbol pro datum 4">
            <a:extLst>
              <a:ext uri="{FF2B5EF4-FFF2-40B4-BE49-F238E27FC236}">
                <a16:creationId xmlns:a16="http://schemas.microsoft.com/office/drawing/2014/main" id="{6390EA42-058E-4D22-B615-D930D64C6ABE}"/>
              </a:ext>
            </a:extLst>
          </p:cNvPr>
          <p:cNvSpPr>
            <a:spLocks noGrp="1"/>
          </p:cNvSpPr>
          <p:nvPr>
            <p:ph type="dt" sz="half" idx="10"/>
          </p:nvPr>
        </p:nvSpPr>
        <p:spPr/>
        <p:txBody>
          <a:bodyPr/>
          <a:lstStyle/>
          <a:p>
            <a:fld id="{8B329ADC-2255-4EF3-B5C0-B90829E78CD9}" type="datetimeFigureOut">
              <a:rPr lang="cs-CZ" smtClean="0"/>
              <a:t>18.06.2024</a:t>
            </a:fld>
            <a:endParaRPr lang="cs-CZ"/>
          </a:p>
        </p:txBody>
      </p:sp>
      <p:sp>
        <p:nvSpPr>
          <p:cNvPr id="6" name="Zástupný symbol pro zápatí 5">
            <a:extLst>
              <a:ext uri="{FF2B5EF4-FFF2-40B4-BE49-F238E27FC236}">
                <a16:creationId xmlns:a16="http://schemas.microsoft.com/office/drawing/2014/main" id="{E78A484A-2BA3-41B7-86CF-5D3F9304C1AA}"/>
              </a:ext>
            </a:extLst>
          </p:cNvPr>
          <p:cNvSpPr>
            <a:spLocks noGrp="1"/>
          </p:cNvSpPr>
          <p:nvPr>
            <p:ph type="ftr" sz="quarter" idx="11"/>
          </p:nvPr>
        </p:nvSpPr>
        <p:spPr/>
        <p:txBody>
          <a:bodyPr/>
          <a:lstStyle/>
          <a:p>
            <a:endParaRPr lang="cs-CZ"/>
          </a:p>
        </p:txBody>
      </p:sp>
      <p:sp>
        <p:nvSpPr>
          <p:cNvPr id="7" name="Zástupný symbol pro číslo snímku 6">
            <a:extLst>
              <a:ext uri="{FF2B5EF4-FFF2-40B4-BE49-F238E27FC236}">
                <a16:creationId xmlns:a16="http://schemas.microsoft.com/office/drawing/2014/main" id="{C01B4CD1-4B53-455D-AE40-D95A24E4F658}"/>
              </a:ext>
            </a:extLst>
          </p:cNvPr>
          <p:cNvSpPr>
            <a:spLocks noGrp="1"/>
          </p:cNvSpPr>
          <p:nvPr>
            <p:ph type="sldNum" sz="quarter" idx="12"/>
          </p:nvPr>
        </p:nvSpPr>
        <p:spPr/>
        <p:txBody>
          <a:bodyPr/>
          <a:lstStyle/>
          <a:p>
            <a:fld id="{195CA258-668E-4A85-A197-2757C3BEE154}" type="slidenum">
              <a:rPr lang="cs-CZ" smtClean="0"/>
              <a:t>‹#›</a:t>
            </a:fld>
            <a:endParaRPr lang="cs-CZ"/>
          </a:p>
        </p:txBody>
      </p:sp>
    </p:spTree>
    <p:extLst>
      <p:ext uri="{BB962C8B-B14F-4D97-AF65-F5344CB8AC3E}">
        <p14:creationId xmlns:p14="http://schemas.microsoft.com/office/powerpoint/2010/main" val="1200101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picTx" preserve="1">
  <p:cSld name="Obrázek s titulkem">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CA697884-28AE-4700-9C13-68750D37E914}"/>
              </a:ext>
            </a:extLst>
          </p:cNvPr>
          <p:cNvSpPr>
            <a:spLocks noGrp="1"/>
          </p:cNvSpPr>
          <p:nvPr>
            <p:ph type="title"/>
          </p:nvPr>
        </p:nvSpPr>
        <p:spPr>
          <a:xfrm>
            <a:off x="629841" y="987429"/>
            <a:ext cx="2949178" cy="1069975"/>
          </a:xfrm>
        </p:spPr>
        <p:txBody>
          <a:bodyPr anchor="b"/>
          <a:lstStyle>
            <a:lvl1pPr>
              <a:defRPr sz="2400"/>
            </a:lvl1pPr>
          </a:lstStyle>
          <a:p>
            <a:r>
              <a:rPr lang="cs-CZ"/>
              <a:t>Kliknutím lze upravit styl.</a:t>
            </a:r>
          </a:p>
        </p:txBody>
      </p:sp>
      <p:sp>
        <p:nvSpPr>
          <p:cNvPr id="3" name="Zástupný symbol obrázku 2">
            <a:extLst>
              <a:ext uri="{FF2B5EF4-FFF2-40B4-BE49-F238E27FC236}">
                <a16:creationId xmlns:a16="http://schemas.microsoft.com/office/drawing/2014/main" id="{7173077C-429C-4C0E-8F05-9FFAC62D1430}"/>
              </a:ext>
            </a:extLst>
          </p:cNvPr>
          <p:cNvSpPr>
            <a:spLocks noGrp="1"/>
          </p:cNvSpPr>
          <p:nvPr>
            <p:ph type="pic" idx="1"/>
          </p:nvPr>
        </p:nvSpPr>
        <p:spPr>
          <a:xfrm>
            <a:off x="3887391" y="987430"/>
            <a:ext cx="4629150" cy="5368924"/>
          </a:xfrm>
        </p:spPr>
        <p:txBody>
          <a:bodyPr/>
          <a:lstStyle>
            <a:lvl1pPr marL="0" indent="0">
              <a:buNone/>
              <a:defRPr sz="2400"/>
            </a:lvl1pPr>
            <a:lvl2pPr marL="342892" indent="0">
              <a:buNone/>
              <a:defRPr sz="2100"/>
            </a:lvl2pPr>
            <a:lvl3pPr marL="685783" indent="0">
              <a:buNone/>
              <a:defRPr sz="1800"/>
            </a:lvl3pPr>
            <a:lvl4pPr marL="1028675" indent="0">
              <a:buNone/>
              <a:defRPr sz="1500"/>
            </a:lvl4pPr>
            <a:lvl5pPr marL="1371566" indent="0">
              <a:buNone/>
              <a:defRPr sz="1500"/>
            </a:lvl5pPr>
            <a:lvl6pPr marL="1714457" indent="0">
              <a:buNone/>
              <a:defRPr sz="1500"/>
            </a:lvl6pPr>
            <a:lvl7pPr marL="2057348" indent="0">
              <a:buNone/>
              <a:defRPr sz="1500"/>
            </a:lvl7pPr>
            <a:lvl8pPr marL="2400240" indent="0">
              <a:buNone/>
              <a:defRPr sz="1500"/>
            </a:lvl8pPr>
            <a:lvl9pPr marL="2743132" indent="0">
              <a:buNone/>
              <a:defRPr sz="1500"/>
            </a:lvl9pPr>
          </a:lstStyle>
          <a:p>
            <a:endParaRPr lang="cs-CZ"/>
          </a:p>
        </p:txBody>
      </p:sp>
      <p:sp>
        <p:nvSpPr>
          <p:cNvPr id="4" name="Zástupný text 3">
            <a:extLst>
              <a:ext uri="{FF2B5EF4-FFF2-40B4-BE49-F238E27FC236}">
                <a16:creationId xmlns:a16="http://schemas.microsoft.com/office/drawing/2014/main" id="{17844AFA-992F-4BE4-ABDB-10F592A4413F}"/>
              </a:ext>
            </a:extLst>
          </p:cNvPr>
          <p:cNvSpPr>
            <a:spLocks noGrp="1"/>
          </p:cNvSpPr>
          <p:nvPr>
            <p:ph type="body" sz="half" idx="2"/>
          </p:nvPr>
        </p:nvSpPr>
        <p:spPr>
          <a:xfrm>
            <a:off x="629841" y="2057399"/>
            <a:ext cx="2949178" cy="4298955"/>
          </a:xfrm>
        </p:spPr>
        <p:txBody>
          <a:bodyPr/>
          <a:lstStyle>
            <a:lvl1pPr marL="0" indent="0">
              <a:buNone/>
              <a:defRPr sz="1200"/>
            </a:lvl1pPr>
            <a:lvl2pPr marL="342892" indent="0">
              <a:buNone/>
              <a:defRPr sz="1050"/>
            </a:lvl2pPr>
            <a:lvl3pPr marL="685783" indent="0">
              <a:buNone/>
              <a:defRPr sz="900"/>
            </a:lvl3pPr>
            <a:lvl4pPr marL="1028675" indent="0">
              <a:buNone/>
              <a:defRPr sz="750"/>
            </a:lvl4pPr>
            <a:lvl5pPr marL="1371566" indent="0">
              <a:buNone/>
              <a:defRPr sz="750"/>
            </a:lvl5pPr>
            <a:lvl6pPr marL="1714457" indent="0">
              <a:buNone/>
              <a:defRPr sz="750"/>
            </a:lvl6pPr>
            <a:lvl7pPr marL="2057348" indent="0">
              <a:buNone/>
              <a:defRPr sz="750"/>
            </a:lvl7pPr>
            <a:lvl8pPr marL="2400240" indent="0">
              <a:buNone/>
              <a:defRPr sz="750"/>
            </a:lvl8pPr>
            <a:lvl9pPr marL="2743132" indent="0">
              <a:buNone/>
              <a:defRPr sz="750"/>
            </a:lvl9pPr>
          </a:lstStyle>
          <a:p>
            <a:pPr lvl="0"/>
            <a:r>
              <a:rPr lang="cs-CZ"/>
              <a:t>Po kliknutí můžete upravovat styly textu v předloze.</a:t>
            </a:r>
          </a:p>
        </p:txBody>
      </p:sp>
      <p:sp>
        <p:nvSpPr>
          <p:cNvPr id="5" name="Zástupný symbol pro datum 4">
            <a:extLst>
              <a:ext uri="{FF2B5EF4-FFF2-40B4-BE49-F238E27FC236}">
                <a16:creationId xmlns:a16="http://schemas.microsoft.com/office/drawing/2014/main" id="{C0442129-45B5-4C81-B28A-AA85D4F4DF76}"/>
              </a:ext>
            </a:extLst>
          </p:cNvPr>
          <p:cNvSpPr>
            <a:spLocks noGrp="1"/>
          </p:cNvSpPr>
          <p:nvPr>
            <p:ph type="dt" sz="half" idx="10"/>
          </p:nvPr>
        </p:nvSpPr>
        <p:spPr/>
        <p:txBody>
          <a:bodyPr/>
          <a:lstStyle/>
          <a:p>
            <a:fld id="{8B329ADC-2255-4EF3-B5C0-B90829E78CD9}" type="datetimeFigureOut">
              <a:rPr lang="cs-CZ" smtClean="0"/>
              <a:t>18.06.2024</a:t>
            </a:fld>
            <a:endParaRPr lang="cs-CZ"/>
          </a:p>
        </p:txBody>
      </p:sp>
      <p:sp>
        <p:nvSpPr>
          <p:cNvPr id="6" name="Zástupný symbol pro zápatí 5">
            <a:extLst>
              <a:ext uri="{FF2B5EF4-FFF2-40B4-BE49-F238E27FC236}">
                <a16:creationId xmlns:a16="http://schemas.microsoft.com/office/drawing/2014/main" id="{46712F59-4F02-4916-92FC-440DB3FE41D9}"/>
              </a:ext>
            </a:extLst>
          </p:cNvPr>
          <p:cNvSpPr>
            <a:spLocks noGrp="1"/>
          </p:cNvSpPr>
          <p:nvPr>
            <p:ph type="ftr" sz="quarter" idx="11"/>
          </p:nvPr>
        </p:nvSpPr>
        <p:spPr/>
        <p:txBody>
          <a:bodyPr/>
          <a:lstStyle/>
          <a:p>
            <a:endParaRPr lang="cs-CZ"/>
          </a:p>
        </p:txBody>
      </p:sp>
      <p:sp>
        <p:nvSpPr>
          <p:cNvPr id="7" name="Zástupný symbol pro číslo snímku 6">
            <a:extLst>
              <a:ext uri="{FF2B5EF4-FFF2-40B4-BE49-F238E27FC236}">
                <a16:creationId xmlns:a16="http://schemas.microsoft.com/office/drawing/2014/main" id="{A893627A-E54A-4DF9-9A32-88F06F6E2D7D}"/>
              </a:ext>
            </a:extLst>
          </p:cNvPr>
          <p:cNvSpPr>
            <a:spLocks noGrp="1"/>
          </p:cNvSpPr>
          <p:nvPr>
            <p:ph type="sldNum" sz="quarter" idx="12"/>
          </p:nvPr>
        </p:nvSpPr>
        <p:spPr/>
        <p:txBody>
          <a:bodyPr/>
          <a:lstStyle/>
          <a:p>
            <a:fld id="{195CA258-668E-4A85-A197-2757C3BEE154}" type="slidenum">
              <a:rPr lang="cs-CZ" smtClean="0"/>
              <a:t>‹#›</a:t>
            </a:fld>
            <a:endParaRPr lang="cs-CZ"/>
          </a:p>
        </p:txBody>
      </p:sp>
    </p:spTree>
    <p:extLst>
      <p:ext uri="{BB962C8B-B14F-4D97-AF65-F5344CB8AC3E}">
        <p14:creationId xmlns:p14="http://schemas.microsoft.com/office/powerpoint/2010/main" val="36602117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 Id="rId3" Type="http://schemas.openxmlformats.org/officeDocument/2006/relationships/image" Target="../media/image1.png"/><Relationship Id="rId4" Type="http://schemas.openxmlformats.org/officeDocument/2006/relationships/image" Target="../media/image2.sv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theme" Target="../theme/theme2.xml"/><Relationship Id="rId3" Type="http://schemas.openxmlformats.org/officeDocument/2006/relationships/image" Target="../media/image3.png"/><Relationship Id="rId4" Type="http://schemas.openxmlformats.org/officeDocument/2006/relationships/image" Target="../media/image4.svg"/></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slideLayout" Target="../slideLayouts/slideLayout4.xml"/><Relationship Id="rId3" Type="http://schemas.openxmlformats.org/officeDocument/2006/relationships/slideLayout" Target="../slideLayouts/slideLayout5.xml"/><Relationship Id="rId4" Type="http://schemas.openxmlformats.org/officeDocument/2006/relationships/slideLayout" Target="../slideLayouts/slideLayout6.xml"/><Relationship Id="rId5" Type="http://schemas.openxmlformats.org/officeDocument/2006/relationships/slideLayout" Target="../slideLayouts/slideLayout7.xml"/><Relationship Id="rId6" Type="http://schemas.openxmlformats.org/officeDocument/2006/relationships/slideLayout" Target="../slideLayouts/slideLayout8.xml"/><Relationship Id="rId7" Type="http://schemas.openxmlformats.org/officeDocument/2006/relationships/slideLayout" Target="../slideLayouts/slideLayout9.xml"/><Relationship Id="rId8" Type="http://schemas.openxmlformats.org/officeDocument/2006/relationships/slideLayout" Target="../slideLayouts/slideLayout10.xml"/><Relationship Id="rId9" Type="http://schemas.openxmlformats.org/officeDocument/2006/relationships/slideLayout" Target="../slideLayouts/slideLayout11.xml"/><Relationship Id="rId10" Type="http://schemas.openxmlformats.org/officeDocument/2006/relationships/slideLayout" Target="../slideLayouts/slideLayout12.xml"/><Relationship Id="rId11" Type="http://schemas.openxmlformats.org/officeDocument/2006/relationships/slideLayout" Target="../slideLayouts/slideLayout13.xml"/><Relationship Id="rId12" Type="http://schemas.openxmlformats.org/officeDocument/2006/relationships/theme" Target="../theme/theme3.xml"/><Relationship Id="rId13" Type="http://schemas.openxmlformats.org/officeDocument/2006/relationships/image" Target="../media/image5.png"/><Relationship Id="rId14" Type="http://schemas.openxmlformats.org/officeDocument/2006/relationships/image" Target="../media/image6.svg"/><Relationship Id="rId15" Type="http://schemas.openxmlformats.org/officeDocument/2006/relationships/image" Target="../media/image7.png"/><Relationship Id="rId16" Type="http://schemas.openxmlformats.org/officeDocument/2006/relationships/image" Target="../media/image8.svg"/><Relationship Id="rId17" Type="http://schemas.openxmlformats.org/officeDocument/2006/relationships/image" Target="../media/image9.png"/><Relationship Id="rId18" Type="http://schemas.openxmlformats.org/officeDocument/2006/relationships/image" Target="../media/image10.sv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8" name="Grafický objekt 7">
            <a:extLst>
              <a:ext uri="{FF2B5EF4-FFF2-40B4-BE49-F238E27FC236}">
                <a16:creationId xmlns:a16="http://schemas.microsoft.com/office/drawing/2014/main" id="{719039ED-503B-4BFC-8729-F0E04FD07134}"/>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 y="-3085"/>
            <a:ext cx="9144000" cy="6861085"/>
          </a:xfrm>
          <a:prstGeom prst="rect">
            <a:avLst/>
          </a:prstGeom>
        </p:spPr>
      </p:pic>
      <p:sp>
        <p:nvSpPr>
          <p:cNvPr id="2" name="Zástupný nadpis 1">
            <a:extLst>
              <a:ext uri="{FF2B5EF4-FFF2-40B4-BE49-F238E27FC236}">
                <a16:creationId xmlns:a16="http://schemas.microsoft.com/office/drawing/2014/main" id="{6144A193-2443-4336-B8E6-567C50C42C32}"/>
              </a:ext>
            </a:extLst>
          </p:cNvPr>
          <p:cNvSpPr>
            <a:spLocks noGrp="1"/>
          </p:cNvSpPr>
          <p:nvPr>
            <p:ph type="title"/>
          </p:nvPr>
        </p:nvSpPr>
        <p:spPr>
          <a:xfrm>
            <a:off x="628650" y="365129"/>
            <a:ext cx="7886700" cy="1325563"/>
          </a:xfrm>
          <a:prstGeom prst="rect">
            <a:avLst/>
          </a:prstGeom>
        </p:spPr>
        <p:txBody>
          <a:bodyPr vert="horz" lIns="91440" tIns="45720" rIns="91440" bIns="45720" rtlCol="0" anchor="ctr">
            <a:normAutofit/>
          </a:bodyPr>
          <a:lstStyle/>
          <a:p>
            <a:r>
              <a:rPr lang="cs-CZ" dirty="0"/>
              <a:t>Kliknutím lze upravit styl.</a:t>
            </a:r>
          </a:p>
        </p:txBody>
      </p:sp>
      <p:sp>
        <p:nvSpPr>
          <p:cNvPr id="3" name="Zástupný text 2">
            <a:extLst>
              <a:ext uri="{FF2B5EF4-FFF2-40B4-BE49-F238E27FC236}">
                <a16:creationId xmlns:a16="http://schemas.microsoft.com/office/drawing/2014/main" id="{6B62FE8A-B6A8-4920-9B7E-768DE3DF4B4F}"/>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cs-CZ" dirty="0"/>
              <a:t>Po kliknutí můžete upravovat styly textu v předloze.</a:t>
            </a:r>
          </a:p>
          <a:p>
            <a:pPr lvl="1"/>
            <a:r>
              <a:rPr lang="cs-CZ" dirty="0"/>
              <a:t>Druhá úroveň</a:t>
            </a:r>
          </a:p>
          <a:p>
            <a:pPr lvl="2"/>
            <a:r>
              <a:rPr lang="cs-CZ" dirty="0"/>
              <a:t>Třetí úroveň</a:t>
            </a:r>
          </a:p>
          <a:p>
            <a:pPr lvl="3"/>
            <a:r>
              <a:rPr lang="cs-CZ" dirty="0"/>
              <a:t>Čtvrtá úroveň</a:t>
            </a:r>
          </a:p>
          <a:p>
            <a:pPr lvl="4"/>
            <a:r>
              <a:rPr lang="cs-CZ" dirty="0"/>
              <a:t>Pátá úroveň</a:t>
            </a:r>
          </a:p>
        </p:txBody>
      </p:sp>
      <p:sp>
        <p:nvSpPr>
          <p:cNvPr id="4" name="Zástupný symbol pro datum 3">
            <a:extLst>
              <a:ext uri="{FF2B5EF4-FFF2-40B4-BE49-F238E27FC236}">
                <a16:creationId xmlns:a16="http://schemas.microsoft.com/office/drawing/2014/main" id="{8712BF67-B920-4B8E-84CF-AAC489B8ABDB}"/>
              </a:ext>
            </a:extLst>
          </p:cNvPr>
          <p:cNvSpPr>
            <a:spLocks noGrp="1"/>
          </p:cNvSpPr>
          <p:nvPr>
            <p:ph type="dt" sz="half" idx="2"/>
          </p:nvPr>
        </p:nvSpPr>
        <p:spPr>
          <a:xfrm>
            <a:off x="628650" y="6356355"/>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CD529CD2-0146-4F3B-A4AA-75EB0CF2F752}" type="datetimeFigureOut">
              <a:rPr lang="cs-CZ" smtClean="0"/>
              <a:t>18.06.2024</a:t>
            </a:fld>
            <a:endParaRPr lang="cs-CZ"/>
          </a:p>
        </p:txBody>
      </p:sp>
      <p:sp>
        <p:nvSpPr>
          <p:cNvPr id="5" name="Zástupný symbol pro zápatí 4">
            <a:extLst>
              <a:ext uri="{FF2B5EF4-FFF2-40B4-BE49-F238E27FC236}">
                <a16:creationId xmlns:a16="http://schemas.microsoft.com/office/drawing/2014/main" id="{985ED088-792C-4229-99A4-13C382DAC64D}"/>
              </a:ext>
            </a:extLst>
          </p:cNvPr>
          <p:cNvSpPr>
            <a:spLocks noGrp="1"/>
          </p:cNvSpPr>
          <p:nvPr>
            <p:ph type="ftr" sz="quarter" idx="3"/>
          </p:nvPr>
        </p:nvSpPr>
        <p:spPr>
          <a:xfrm>
            <a:off x="3028950" y="6356355"/>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cs-CZ"/>
          </a:p>
        </p:txBody>
      </p:sp>
      <p:sp>
        <p:nvSpPr>
          <p:cNvPr id="6" name="Zástupný symbol pro číslo snímku 5">
            <a:extLst>
              <a:ext uri="{FF2B5EF4-FFF2-40B4-BE49-F238E27FC236}">
                <a16:creationId xmlns:a16="http://schemas.microsoft.com/office/drawing/2014/main" id="{8FF2DEB4-37E5-4BE0-984C-F6914BD2CAC6}"/>
              </a:ext>
            </a:extLst>
          </p:cNvPr>
          <p:cNvSpPr>
            <a:spLocks noGrp="1"/>
          </p:cNvSpPr>
          <p:nvPr>
            <p:ph type="sldNum" sz="quarter" idx="4"/>
          </p:nvPr>
        </p:nvSpPr>
        <p:spPr>
          <a:xfrm>
            <a:off x="6457950" y="6356355"/>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1249FAB3-BFA5-4172-A475-10F9ABCB38BA}" type="slidenum">
              <a:rPr lang="cs-CZ" smtClean="0"/>
              <a:t>‹#›</a:t>
            </a:fld>
            <a:endParaRPr lang="cs-CZ"/>
          </a:p>
        </p:txBody>
      </p:sp>
    </p:spTree>
    <p:extLst>
      <p:ext uri="{BB962C8B-B14F-4D97-AF65-F5344CB8AC3E}">
        <p14:creationId xmlns:p14="http://schemas.microsoft.com/office/powerpoint/2010/main" val="1604509491"/>
      </p:ext>
    </p:extLst>
  </p:cSld>
  <p:clrMap bg1="lt1" tx1="dk1" bg2="lt2" tx2="dk2" accent1="accent1" accent2="accent2" accent3="accent3" accent4="accent4" accent5="accent5" accent6="accent6" hlink="hlink" folHlink="folHlink"/>
  <p:sldLayoutIdLst>
    <p:sldLayoutId id="2147483675" r:id="rId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685783" rtl="0" eaLnBrk="1" latinLnBrk="0" hangingPunct="1">
        <a:lnSpc>
          <a:spcPct val="90000"/>
        </a:lnSpc>
        <a:spcBef>
          <a:spcPct val="0"/>
        </a:spcBef>
        <a:buNone/>
        <a:defRPr sz="3300" kern="1200">
          <a:solidFill>
            <a:srgbClr val="4A4A49"/>
          </a:solidFill>
          <a:latin typeface="Arial" panose="020B0604020202020204" pitchFamily="34" charset="0"/>
          <a:ea typeface="+mj-ea"/>
          <a:cs typeface="Arial" panose="020B0604020202020204" pitchFamily="34" charset="0"/>
        </a:defRPr>
      </a:lvl1pPr>
    </p:titleStyle>
    <p:bodyStyle>
      <a:lvl1pPr marL="171446" indent="-171446" algn="l" defTabSz="685783" rtl="0" eaLnBrk="1" latinLnBrk="0" hangingPunct="1">
        <a:lnSpc>
          <a:spcPct val="90000"/>
        </a:lnSpc>
        <a:spcBef>
          <a:spcPts val="750"/>
        </a:spcBef>
        <a:buClr>
          <a:srgbClr val="009881"/>
        </a:buClr>
        <a:buFont typeface="Arial" panose="020B0604020202020204" pitchFamily="34" charset="0"/>
        <a:buChar char="•"/>
        <a:defRPr sz="2100" kern="1200">
          <a:solidFill>
            <a:srgbClr val="4A4A49"/>
          </a:solidFill>
          <a:latin typeface="Arial" panose="020B0604020202020204" pitchFamily="34" charset="0"/>
          <a:ea typeface="+mn-ea"/>
          <a:cs typeface="Arial" panose="020B0604020202020204" pitchFamily="34" charset="0"/>
        </a:defRPr>
      </a:lvl1pPr>
      <a:lvl2pPr marL="514337" indent="-171446" algn="l" defTabSz="685783" rtl="0" eaLnBrk="1" latinLnBrk="0" hangingPunct="1">
        <a:lnSpc>
          <a:spcPct val="90000"/>
        </a:lnSpc>
        <a:spcBef>
          <a:spcPts val="375"/>
        </a:spcBef>
        <a:buClr>
          <a:srgbClr val="009881"/>
        </a:buClr>
        <a:buFont typeface="Arial" panose="020B0604020202020204" pitchFamily="34" charset="0"/>
        <a:buChar char="•"/>
        <a:defRPr sz="1800" kern="1200">
          <a:solidFill>
            <a:srgbClr val="4A4A49"/>
          </a:solidFill>
          <a:latin typeface="Arial" panose="020B0604020202020204" pitchFamily="34" charset="0"/>
          <a:ea typeface="+mn-ea"/>
          <a:cs typeface="Arial" panose="020B0604020202020204" pitchFamily="34" charset="0"/>
        </a:defRPr>
      </a:lvl2pPr>
      <a:lvl3pPr marL="857228" indent="-171446" algn="l" defTabSz="685783" rtl="0" eaLnBrk="1" latinLnBrk="0" hangingPunct="1">
        <a:lnSpc>
          <a:spcPct val="90000"/>
        </a:lnSpc>
        <a:spcBef>
          <a:spcPts val="375"/>
        </a:spcBef>
        <a:buClr>
          <a:srgbClr val="009881"/>
        </a:buClr>
        <a:buFont typeface="Arial" panose="020B0604020202020204" pitchFamily="34" charset="0"/>
        <a:buChar char="•"/>
        <a:defRPr sz="1500" kern="1200">
          <a:solidFill>
            <a:srgbClr val="4A4A49"/>
          </a:solidFill>
          <a:latin typeface="Arial" panose="020B0604020202020204" pitchFamily="34" charset="0"/>
          <a:ea typeface="+mn-ea"/>
          <a:cs typeface="Arial" panose="020B0604020202020204" pitchFamily="34" charset="0"/>
        </a:defRPr>
      </a:lvl3pPr>
      <a:lvl4pPr marL="1200120" indent="-171446" algn="l" defTabSz="685783" rtl="0" eaLnBrk="1" latinLnBrk="0" hangingPunct="1">
        <a:lnSpc>
          <a:spcPct val="90000"/>
        </a:lnSpc>
        <a:spcBef>
          <a:spcPts val="375"/>
        </a:spcBef>
        <a:buClr>
          <a:srgbClr val="009881"/>
        </a:buClr>
        <a:buFont typeface="Arial" panose="020B0604020202020204" pitchFamily="34" charset="0"/>
        <a:buChar char="•"/>
        <a:defRPr sz="1350" kern="1200">
          <a:solidFill>
            <a:srgbClr val="4A4A49"/>
          </a:solidFill>
          <a:latin typeface="Arial" panose="020B0604020202020204" pitchFamily="34" charset="0"/>
          <a:ea typeface="+mn-ea"/>
          <a:cs typeface="Arial" panose="020B0604020202020204" pitchFamily="34" charset="0"/>
        </a:defRPr>
      </a:lvl4pPr>
      <a:lvl5pPr marL="1543012" indent="-171446" algn="l" defTabSz="685783" rtl="0" eaLnBrk="1" latinLnBrk="0" hangingPunct="1">
        <a:lnSpc>
          <a:spcPct val="90000"/>
        </a:lnSpc>
        <a:spcBef>
          <a:spcPts val="375"/>
        </a:spcBef>
        <a:buClr>
          <a:srgbClr val="009881"/>
        </a:buClr>
        <a:buFont typeface="Arial" panose="020B0604020202020204" pitchFamily="34" charset="0"/>
        <a:buChar char="•"/>
        <a:defRPr sz="1350" kern="1200">
          <a:solidFill>
            <a:srgbClr val="4A4A49"/>
          </a:solidFill>
          <a:latin typeface="Arial" panose="020B0604020202020204" pitchFamily="34" charset="0"/>
          <a:ea typeface="+mn-ea"/>
          <a:cs typeface="Arial" panose="020B0604020202020204" pitchFamily="34" charset="0"/>
        </a:defRPr>
      </a:lvl5pPr>
      <a:lvl6pPr marL="1885903"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77"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cs-CZ"/>
      </a:defPPr>
      <a:lvl1pPr marL="0" algn="l" defTabSz="685783" rtl="0" eaLnBrk="1" latinLnBrk="0" hangingPunct="1">
        <a:defRPr sz="1350" kern="1200">
          <a:solidFill>
            <a:schemeClr val="tx1"/>
          </a:solidFill>
          <a:latin typeface="+mn-lt"/>
          <a:ea typeface="+mn-ea"/>
          <a:cs typeface="+mn-cs"/>
        </a:defRPr>
      </a:lvl1pPr>
      <a:lvl2pPr marL="342892" algn="l" defTabSz="685783" rtl="0" eaLnBrk="1" latinLnBrk="0" hangingPunct="1">
        <a:defRPr sz="1350" kern="1200">
          <a:solidFill>
            <a:schemeClr val="tx1"/>
          </a:solidFill>
          <a:latin typeface="+mn-lt"/>
          <a:ea typeface="+mn-ea"/>
          <a:cs typeface="+mn-cs"/>
        </a:defRPr>
      </a:lvl2pPr>
      <a:lvl3pPr marL="685783" algn="l" defTabSz="685783" rtl="0" eaLnBrk="1" latinLnBrk="0" hangingPunct="1">
        <a:defRPr sz="1350" kern="1200">
          <a:solidFill>
            <a:schemeClr val="tx1"/>
          </a:solidFill>
          <a:latin typeface="+mn-lt"/>
          <a:ea typeface="+mn-ea"/>
          <a:cs typeface="+mn-cs"/>
        </a:defRPr>
      </a:lvl3pPr>
      <a:lvl4pPr marL="1028675" algn="l" defTabSz="685783" rtl="0" eaLnBrk="1" latinLnBrk="0" hangingPunct="1">
        <a:defRPr sz="1350" kern="1200">
          <a:solidFill>
            <a:schemeClr val="tx1"/>
          </a:solidFill>
          <a:latin typeface="+mn-lt"/>
          <a:ea typeface="+mn-ea"/>
          <a:cs typeface="+mn-cs"/>
        </a:defRPr>
      </a:lvl4pPr>
      <a:lvl5pPr marL="1371566" algn="l" defTabSz="685783" rtl="0" eaLnBrk="1" latinLnBrk="0" hangingPunct="1">
        <a:defRPr sz="1350" kern="1200">
          <a:solidFill>
            <a:schemeClr val="tx1"/>
          </a:solidFill>
          <a:latin typeface="+mn-lt"/>
          <a:ea typeface="+mn-ea"/>
          <a:cs typeface="+mn-cs"/>
        </a:defRPr>
      </a:lvl5pPr>
      <a:lvl6pPr marL="1714457" algn="l" defTabSz="685783" rtl="0" eaLnBrk="1" latinLnBrk="0" hangingPunct="1">
        <a:defRPr sz="1350" kern="1200">
          <a:solidFill>
            <a:schemeClr val="tx1"/>
          </a:solidFill>
          <a:latin typeface="+mn-lt"/>
          <a:ea typeface="+mn-ea"/>
          <a:cs typeface="+mn-cs"/>
        </a:defRPr>
      </a:lvl6pPr>
      <a:lvl7pPr marL="2057348" algn="l" defTabSz="685783" rtl="0" eaLnBrk="1" latinLnBrk="0" hangingPunct="1">
        <a:defRPr sz="1350" kern="1200">
          <a:solidFill>
            <a:schemeClr val="tx1"/>
          </a:solidFill>
          <a:latin typeface="+mn-lt"/>
          <a:ea typeface="+mn-ea"/>
          <a:cs typeface="+mn-cs"/>
        </a:defRPr>
      </a:lvl7pPr>
      <a:lvl8pPr marL="2400240" algn="l" defTabSz="685783" rtl="0" eaLnBrk="1" latinLnBrk="0" hangingPunct="1">
        <a:defRPr sz="1350" kern="1200">
          <a:solidFill>
            <a:schemeClr val="tx1"/>
          </a:solidFill>
          <a:latin typeface="+mn-lt"/>
          <a:ea typeface="+mn-ea"/>
          <a:cs typeface="+mn-cs"/>
        </a:defRPr>
      </a:lvl8pPr>
      <a:lvl9pPr marL="2743132" algn="l" defTabSz="685783"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Grafický objekt 6">
            <a:extLst>
              <a:ext uri="{FF2B5EF4-FFF2-40B4-BE49-F238E27FC236}">
                <a16:creationId xmlns:a16="http://schemas.microsoft.com/office/drawing/2014/main" id="{D3D61E27-7486-4CBD-80A0-7CDBAF7D7AF2}"/>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0" y="-3085"/>
            <a:ext cx="9144000" cy="6861085"/>
          </a:xfrm>
          <a:prstGeom prst="rect">
            <a:avLst/>
          </a:prstGeom>
        </p:spPr>
      </p:pic>
      <p:sp>
        <p:nvSpPr>
          <p:cNvPr id="2" name="Zástupný nadpis 1">
            <a:extLst>
              <a:ext uri="{FF2B5EF4-FFF2-40B4-BE49-F238E27FC236}">
                <a16:creationId xmlns:a16="http://schemas.microsoft.com/office/drawing/2014/main" id="{6144A193-2443-4336-B8E6-567C50C42C32}"/>
              </a:ext>
            </a:extLst>
          </p:cNvPr>
          <p:cNvSpPr>
            <a:spLocks noGrp="1"/>
          </p:cNvSpPr>
          <p:nvPr>
            <p:ph type="title"/>
          </p:nvPr>
        </p:nvSpPr>
        <p:spPr>
          <a:xfrm>
            <a:off x="628650" y="365129"/>
            <a:ext cx="7886700" cy="1325563"/>
          </a:xfrm>
          <a:prstGeom prst="rect">
            <a:avLst/>
          </a:prstGeom>
        </p:spPr>
        <p:txBody>
          <a:bodyPr vert="horz" lIns="91440" tIns="45720" rIns="91440" bIns="45720" rtlCol="0" anchor="ctr">
            <a:normAutofit/>
          </a:bodyPr>
          <a:lstStyle/>
          <a:p>
            <a:r>
              <a:rPr lang="cs-CZ" dirty="0"/>
              <a:t>Kliknutím lze upravit styl.</a:t>
            </a:r>
          </a:p>
        </p:txBody>
      </p:sp>
      <p:sp>
        <p:nvSpPr>
          <p:cNvPr id="3" name="Zástupný text 2">
            <a:extLst>
              <a:ext uri="{FF2B5EF4-FFF2-40B4-BE49-F238E27FC236}">
                <a16:creationId xmlns:a16="http://schemas.microsoft.com/office/drawing/2014/main" id="{6B62FE8A-B6A8-4920-9B7E-768DE3DF4B4F}"/>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cs-CZ" dirty="0"/>
              <a:t>Po kliknutí můžete upravovat styly textu v předloze.</a:t>
            </a:r>
          </a:p>
          <a:p>
            <a:pPr lvl="1"/>
            <a:r>
              <a:rPr lang="cs-CZ" dirty="0"/>
              <a:t>Druhá úroveň</a:t>
            </a:r>
          </a:p>
          <a:p>
            <a:pPr lvl="2"/>
            <a:r>
              <a:rPr lang="cs-CZ" dirty="0"/>
              <a:t>Třetí úroveň</a:t>
            </a:r>
          </a:p>
          <a:p>
            <a:pPr lvl="3"/>
            <a:r>
              <a:rPr lang="cs-CZ" dirty="0"/>
              <a:t>Čtvrtá úroveň</a:t>
            </a:r>
          </a:p>
          <a:p>
            <a:pPr lvl="4"/>
            <a:r>
              <a:rPr lang="cs-CZ" dirty="0"/>
              <a:t>Pátá úroveň</a:t>
            </a:r>
          </a:p>
        </p:txBody>
      </p:sp>
      <p:sp>
        <p:nvSpPr>
          <p:cNvPr id="4" name="Zástupný symbol pro datum 3">
            <a:extLst>
              <a:ext uri="{FF2B5EF4-FFF2-40B4-BE49-F238E27FC236}">
                <a16:creationId xmlns:a16="http://schemas.microsoft.com/office/drawing/2014/main" id="{8712BF67-B920-4B8E-84CF-AAC489B8ABDB}"/>
              </a:ext>
            </a:extLst>
          </p:cNvPr>
          <p:cNvSpPr>
            <a:spLocks noGrp="1"/>
          </p:cNvSpPr>
          <p:nvPr>
            <p:ph type="dt" sz="half" idx="2"/>
          </p:nvPr>
        </p:nvSpPr>
        <p:spPr>
          <a:xfrm>
            <a:off x="628650" y="6356355"/>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CD529CD2-0146-4F3B-A4AA-75EB0CF2F752}" type="datetimeFigureOut">
              <a:rPr lang="cs-CZ" smtClean="0"/>
              <a:t>18.06.2024</a:t>
            </a:fld>
            <a:endParaRPr lang="cs-CZ"/>
          </a:p>
        </p:txBody>
      </p:sp>
      <p:sp>
        <p:nvSpPr>
          <p:cNvPr id="5" name="Zástupný symbol pro zápatí 4">
            <a:extLst>
              <a:ext uri="{FF2B5EF4-FFF2-40B4-BE49-F238E27FC236}">
                <a16:creationId xmlns:a16="http://schemas.microsoft.com/office/drawing/2014/main" id="{985ED088-792C-4229-99A4-13C382DAC64D}"/>
              </a:ext>
            </a:extLst>
          </p:cNvPr>
          <p:cNvSpPr>
            <a:spLocks noGrp="1"/>
          </p:cNvSpPr>
          <p:nvPr>
            <p:ph type="ftr" sz="quarter" idx="3"/>
          </p:nvPr>
        </p:nvSpPr>
        <p:spPr>
          <a:xfrm>
            <a:off x="3028950" y="6356355"/>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cs-CZ"/>
          </a:p>
        </p:txBody>
      </p:sp>
      <p:sp>
        <p:nvSpPr>
          <p:cNvPr id="6" name="Zástupný symbol pro číslo snímku 5">
            <a:extLst>
              <a:ext uri="{FF2B5EF4-FFF2-40B4-BE49-F238E27FC236}">
                <a16:creationId xmlns:a16="http://schemas.microsoft.com/office/drawing/2014/main" id="{8FF2DEB4-37E5-4BE0-984C-F6914BD2CAC6}"/>
              </a:ext>
            </a:extLst>
          </p:cNvPr>
          <p:cNvSpPr>
            <a:spLocks noGrp="1"/>
          </p:cNvSpPr>
          <p:nvPr>
            <p:ph type="sldNum" sz="quarter" idx="4"/>
          </p:nvPr>
        </p:nvSpPr>
        <p:spPr>
          <a:xfrm>
            <a:off x="6457950" y="6356355"/>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1249FAB3-BFA5-4172-A475-10F9ABCB38BA}" type="slidenum">
              <a:rPr lang="cs-CZ" smtClean="0"/>
              <a:t>‹#›</a:t>
            </a:fld>
            <a:endParaRPr lang="cs-CZ"/>
          </a:p>
        </p:txBody>
      </p:sp>
    </p:spTree>
    <p:extLst>
      <p:ext uri="{BB962C8B-B14F-4D97-AF65-F5344CB8AC3E}">
        <p14:creationId xmlns:p14="http://schemas.microsoft.com/office/powerpoint/2010/main" val="2985974423"/>
      </p:ext>
    </p:extLst>
  </p:cSld>
  <p:clrMap bg1="lt1" tx1="dk1" bg2="lt2" tx2="dk2" accent1="accent1" accent2="accent2" accent3="accent3" accent4="accent4" accent5="accent5" accent6="accent6" hlink="hlink" folHlink="folHlink"/>
  <p:sldLayoutIdLst>
    <p:sldLayoutId id="2147483677" r:id="rId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685783" rtl="0" eaLnBrk="1" latinLnBrk="0" hangingPunct="1">
        <a:lnSpc>
          <a:spcPct val="90000"/>
        </a:lnSpc>
        <a:spcBef>
          <a:spcPct val="0"/>
        </a:spcBef>
        <a:buNone/>
        <a:defRPr sz="3300" kern="1200">
          <a:solidFill>
            <a:schemeClr val="bg1"/>
          </a:solidFill>
          <a:latin typeface="Arial" panose="020B0604020202020204" pitchFamily="34" charset="0"/>
          <a:ea typeface="+mj-ea"/>
          <a:cs typeface="Arial" panose="020B0604020202020204" pitchFamily="34" charset="0"/>
        </a:defRPr>
      </a:lvl1pPr>
    </p:titleStyle>
    <p:bodyStyle>
      <a:lvl1pPr marL="171446" indent="-171446" algn="l" defTabSz="685783" rtl="0" eaLnBrk="1" latinLnBrk="0" hangingPunct="1">
        <a:lnSpc>
          <a:spcPct val="90000"/>
        </a:lnSpc>
        <a:spcBef>
          <a:spcPts val="750"/>
        </a:spcBef>
        <a:buClr>
          <a:srgbClr val="89F7E2"/>
        </a:buClr>
        <a:buFont typeface="Arial" panose="020B0604020202020204" pitchFamily="34" charset="0"/>
        <a:buChar char="•"/>
        <a:defRPr sz="2100" kern="1200">
          <a:solidFill>
            <a:schemeClr val="bg1"/>
          </a:solidFill>
          <a:latin typeface="Arial" panose="020B0604020202020204" pitchFamily="34" charset="0"/>
          <a:ea typeface="+mn-ea"/>
          <a:cs typeface="Arial" panose="020B0604020202020204" pitchFamily="34" charset="0"/>
        </a:defRPr>
      </a:lvl1pPr>
      <a:lvl2pPr marL="514337" indent="-171446" algn="l" defTabSz="685783" rtl="0" eaLnBrk="1" latinLnBrk="0" hangingPunct="1">
        <a:lnSpc>
          <a:spcPct val="90000"/>
        </a:lnSpc>
        <a:spcBef>
          <a:spcPts val="375"/>
        </a:spcBef>
        <a:buClr>
          <a:srgbClr val="89F7E2"/>
        </a:buClr>
        <a:buFont typeface="Arial" panose="020B0604020202020204" pitchFamily="34" charset="0"/>
        <a:buChar char="•"/>
        <a:defRPr sz="1800" kern="1200">
          <a:solidFill>
            <a:schemeClr val="bg1"/>
          </a:solidFill>
          <a:latin typeface="Arial" panose="020B0604020202020204" pitchFamily="34" charset="0"/>
          <a:ea typeface="+mn-ea"/>
          <a:cs typeface="Arial" panose="020B0604020202020204" pitchFamily="34" charset="0"/>
        </a:defRPr>
      </a:lvl2pPr>
      <a:lvl3pPr marL="857228" indent="-171446" algn="l" defTabSz="685783" rtl="0" eaLnBrk="1" latinLnBrk="0" hangingPunct="1">
        <a:lnSpc>
          <a:spcPct val="90000"/>
        </a:lnSpc>
        <a:spcBef>
          <a:spcPts val="375"/>
        </a:spcBef>
        <a:buClr>
          <a:srgbClr val="89F7E2"/>
        </a:buClr>
        <a:buFont typeface="Arial" panose="020B0604020202020204" pitchFamily="34" charset="0"/>
        <a:buChar char="•"/>
        <a:defRPr sz="1500" kern="1200">
          <a:solidFill>
            <a:schemeClr val="bg1"/>
          </a:solidFill>
          <a:latin typeface="Arial" panose="020B0604020202020204" pitchFamily="34" charset="0"/>
          <a:ea typeface="+mn-ea"/>
          <a:cs typeface="Arial" panose="020B0604020202020204" pitchFamily="34" charset="0"/>
        </a:defRPr>
      </a:lvl3pPr>
      <a:lvl4pPr marL="1200120" indent="-171446" algn="l" defTabSz="685783" rtl="0" eaLnBrk="1" latinLnBrk="0" hangingPunct="1">
        <a:lnSpc>
          <a:spcPct val="90000"/>
        </a:lnSpc>
        <a:spcBef>
          <a:spcPts val="375"/>
        </a:spcBef>
        <a:buClr>
          <a:srgbClr val="89F7E2"/>
        </a:buClr>
        <a:buFont typeface="Arial" panose="020B0604020202020204" pitchFamily="34" charset="0"/>
        <a:buChar char="•"/>
        <a:defRPr sz="1350" kern="1200">
          <a:solidFill>
            <a:schemeClr val="bg1"/>
          </a:solidFill>
          <a:latin typeface="Arial" panose="020B0604020202020204" pitchFamily="34" charset="0"/>
          <a:ea typeface="+mn-ea"/>
          <a:cs typeface="Arial" panose="020B0604020202020204" pitchFamily="34" charset="0"/>
        </a:defRPr>
      </a:lvl4pPr>
      <a:lvl5pPr marL="1543012" indent="-171446" algn="l" defTabSz="685783" rtl="0" eaLnBrk="1" latinLnBrk="0" hangingPunct="1">
        <a:lnSpc>
          <a:spcPct val="90000"/>
        </a:lnSpc>
        <a:spcBef>
          <a:spcPts val="375"/>
        </a:spcBef>
        <a:buClr>
          <a:srgbClr val="89F7E2"/>
        </a:buClr>
        <a:buFont typeface="Arial" panose="020B0604020202020204" pitchFamily="34" charset="0"/>
        <a:buChar char="•"/>
        <a:defRPr sz="1350" kern="1200">
          <a:solidFill>
            <a:schemeClr val="bg1"/>
          </a:solidFill>
          <a:latin typeface="Arial" panose="020B0604020202020204" pitchFamily="34" charset="0"/>
          <a:ea typeface="+mn-ea"/>
          <a:cs typeface="Arial" panose="020B0604020202020204" pitchFamily="34" charset="0"/>
        </a:defRPr>
      </a:lvl5pPr>
      <a:lvl6pPr marL="1885903"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77"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cs-CZ"/>
      </a:defPPr>
      <a:lvl1pPr marL="0" algn="l" defTabSz="685783" rtl="0" eaLnBrk="1" latinLnBrk="0" hangingPunct="1">
        <a:defRPr sz="1350" kern="1200">
          <a:solidFill>
            <a:schemeClr val="tx1"/>
          </a:solidFill>
          <a:latin typeface="+mn-lt"/>
          <a:ea typeface="+mn-ea"/>
          <a:cs typeface="+mn-cs"/>
        </a:defRPr>
      </a:lvl1pPr>
      <a:lvl2pPr marL="342892" algn="l" defTabSz="685783" rtl="0" eaLnBrk="1" latinLnBrk="0" hangingPunct="1">
        <a:defRPr sz="1350" kern="1200">
          <a:solidFill>
            <a:schemeClr val="tx1"/>
          </a:solidFill>
          <a:latin typeface="+mn-lt"/>
          <a:ea typeface="+mn-ea"/>
          <a:cs typeface="+mn-cs"/>
        </a:defRPr>
      </a:lvl2pPr>
      <a:lvl3pPr marL="685783" algn="l" defTabSz="685783" rtl="0" eaLnBrk="1" latinLnBrk="0" hangingPunct="1">
        <a:defRPr sz="1350" kern="1200">
          <a:solidFill>
            <a:schemeClr val="tx1"/>
          </a:solidFill>
          <a:latin typeface="+mn-lt"/>
          <a:ea typeface="+mn-ea"/>
          <a:cs typeface="+mn-cs"/>
        </a:defRPr>
      </a:lvl3pPr>
      <a:lvl4pPr marL="1028675" algn="l" defTabSz="685783" rtl="0" eaLnBrk="1" latinLnBrk="0" hangingPunct="1">
        <a:defRPr sz="1350" kern="1200">
          <a:solidFill>
            <a:schemeClr val="tx1"/>
          </a:solidFill>
          <a:latin typeface="+mn-lt"/>
          <a:ea typeface="+mn-ea"/>
          <a:cs typeface="+mn-cs"/>
        </a:defRPr>
      </a:lvl4pPr>
      <a:lvl5pPr marL="1371566" algn="l" defTabSz="685783" rtl="0" eaLnBrk="1" latinLnBrk="0" hangingPunct="1">
        <a:defRPr sz="1350" kern="1200">
          <a:solidFill>
            <a:schemeClr val="tx1"/>
          </a:solidFill>
          <a:latin typeface="+mn-lt"/>
          <a:ea typeface="+mn-ea"/>
          <a:cs typeface="+mn-cs"/>
        </a:defRPr>
      </a:lvl5pPr>
      <a:lvl6pPr marL="1714457" algn="l" defTabSz="685783" rtl="0" eaLnBrk="1" latinLnBrk="0" hangingPunct="1">
        <a:defRPr sz="1350" kern="1200">
          <a:solidFill>
            <a:schemeClr val="tx1"/>
          </a:solidFill>
          <a:latin typeface="+mn-lt"/>
          <a:ea typeface="+mn-ea"/>
          <a:cs typeface="+mn-cs"/>
        </a:defRPr>
      </a:lvl6pPr>
      <a:lvl7pPr marL="2057348" algn="l" defTabSz="685783" rtl="0" eaLnBrk="1" latinLnBrk="0" hangingPunct="1">
        <a:defRPr sz="1350" kern="1200">
          <a:solidFill>
            <a:schemeClr val="tx1"/>
          </a:solidFill>
          <a:latin typeface="+mn-lt"/>
          <a:ea typeface="+mn-ea"/>
          <a:cs typeface="+mn-cs"/>
        </a:defRPr>
      </a:lvl7pPr>
      <a:lvl8pPr marL="2400240" algn="l" defTabSz="685783" rtl="0" eaLnBrk="1" latinLnBrk="0" hangingPunct="1">
        <a:defRPr sz="1350" kern="1200">
          <a:solidFill>
            <a:schemeClr val="tx1"/>
          </a:solidFill>
          <a:latin typeface="+mn-lt"/>
          <a:ea typeface="+mn-ea"/>
          <a:cs typeface="+mn-cs"/>
        </a:defRPr>
      </a:lvl8pPr>
      <a:lvl9pPr marL="2743132" algn="l" defTabSz="685783" rtl="0" eaLnBrk="1" latinLnBrk="0" hangingPunct="1">
        <a:defRPr sz="135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4" name="Grafický objekt 13">
            <a:extLst>
              <a:ext uri="{FF2B5EF4-FFF2-40B4-BE49-F238E27FC236}">
                <a16:creationId xmlns:a16="http://schemas.microsoft.com/office/drawing/2014/main" id="{1664D167-1933-44B8-9DE6-BCF4B4ADB8DE}"/>
              </a:ext>
            </a:extLst>
          </p:cNvPr>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a:off x="-4125" y="8313"/>
            <a:ext cx="9148126" cy="6858000"/>
          </a:xfrm>
          <a:prstGeom prst="rect">
            <a:avLst/>
          </a:prstGeom>
        </p:spPr>
      </p:pic>
      <p:pic>
        <p:nvPicPr>
          <p:cNvPr id="9" name="Grafický objekt 8">
            <a:extLst>
              <a:ext uri="{FF2B5EF4-FFF2-40B4-BE49-F238E27FC236}">
                <a16:creationId xmlns:a16="http://schemas.microsoft.com/office/drawing/2014/main" id="{D89BE277-1B57-4A04-A616-0D6719FD6A11}"/>
              </a:ext>
            </a:extLst>
          </p:cNvPr>
          <p:cNvPicPr>
            <a:picLocks noChangeAspect="1"/>
          </p:cNvPicPr>
          <p:nvPr userDrawn="1"/>
        </p:nvPicPr>
        <p:blipFill>
          <a:blip r:embed="rId15">
            <a:extLst>
              <a:ext uri="{96DAC541-7B7A-43D3-8B79-37D633B846F1}">
                <asvg:svgBlip xmlns:asvg="http://schemas.microsoft.com/office/drawing/2016/SVG/main" r:embed="rId16"/>
              </a:ext>
            </a:extLst>
          </a:blip>
          <a:stretch>
            <a:fillRect/>
          </a:stretch>
        </p:blipFill>
        <p:spPr>
          <a:xfrm>
            <a:off x="6546539" y="360307"/>
            <a:ext cx="179594" cy="179594"/>
          </a:xfrm>
          <a:prstGeom prst="rect">
            <a:avLst/>
          </a:prstGeom>
        </p:spPr>
      </p:pic>
      <p:pic>
        <p:nvPicPr>
          <p:cNvPr id="13" name="Grafický objekt 12">
            <a:extLst>
              <a:ext uri="{FF2B5EF4-FFF2-40B4-BE49-F238E27FC236}">
                <a16:creationId xmlns:a16="http://schemas.microsoft.com/office/drawing/2014/main" id="{3CE1673A-F13A-49C1-A0F3-7628437F7F90}"/>
              </a:ext>
            </a:extLst>
          </p:cNvPr>
          <p:cNvPicPr>
            <a:picLocks noChangeAspect="1"/>
          </p:cNvPicPr>
          <p:nvPr userDrawn="1"/>
        </p:nvPicPr>
        <p:blipFill>
          <a:blip r:embed="rId17">
            <a:extLst>
              <a:ext uri="{96DAC541-7B7A-43D3-8B79-37D633B846F1}">
                <asvg:svgBlip xmlns:asvg="http://schemas.microsoft.com/office/drawing/2016/SVG/main" r:embed="rId18"/>
              </a:ext>
            </a:extLst>
          </a:blip>
          <a:stretch>
            <a:fillRect/>
          </a:stretch>
        </p:blipFill>
        <p:spPr>
          <a:xfrm>
            <a:off x="7684010" y="360307"/>
            <a:ext cx="179594" cy="179594"/>
          </a:xfrm>
          <a:prstGeom prst="rect">
            <a:avLst/>
          </a:prstGeom>
        </p:spPr>
      </p:pic>
      <p:sp>
        <p:nvSpPr>
          <p:cNvPr id="2" name="Zástupný nadpis 1">
            <a:extLst>
              <a:ext uri="{FF2B5EF4-FFF2-40B4-BE49-F238E27FC236}">
                <a16:creationId xmlns:a16="http://schemas.microsoft.com/office/drawing/2014/main" id="{07A972C7-80EA-4001-A2C8-48457C7841CF}"/>
              </a:ext>
            </a:extLst>
          </p:cNvPr>
          <p:cNvSpPr>
            <a:spLocks noGrp="1"/>
          </p:cNvSpPr>
          <p:nvPr>
            <p:ph type="title"/>
          </p:nvPr>
        </p:nvSpPr>
        <p:spPr>
          <a:xfrm>
            <a:off x="628650" y="1100016"/>
            <a:ext cx="7779544" cy="689952"/>
          </a:xfrm>
          <a:prstGeom prst="rect">
            <a:avLst/>
          </a:prstGeom>
        </p:spPr>
        <p:txBody>
          <a:bodyPr vert="horz" lIns="91440" tIns="45720" rIns="91440" bIns="45720" rtlCol="0" anchor="t">
            <a:normAutofit/>
          </a:bodyPr>
          <a:lstStyle/>
          <a:p>
            <a:r>
              <a:rPr lang="cs-CZ" dirty="0"/>
              <a:t>Kliknutím lze upravit styl.</a:t>
            </a:r>
          </a:p>
        </p:txBody>
      </p:sp>
      <p:sp>
        <p:nvSpPr>
          <p:cNvPr id="3" name="Zástupný text 2">
            <a:extLst>
              <a:ext uri="{FF2B5EF4-FFF2-40B4-BE49-F238E27FC236}">
                <a16:creationId xmlns:a16="http://schemas.microsoft.com/office/drawing/2014/main" id="{04A64F96-20EB-4338-812A-2CF45FA870DD}"/>
              </a:ext>
            </a:extLst>
          </p:cNvPr>
          <p:cNvSpPr>
            <a:spLocks noGrp="1"/>
          </p:cNvSpPr>
          <p:nvPr>
            <p:ph type="body" idx="1"/>
          </p:nvPr>
        </p:nvSpPr>
        <p:spPr>
          <a:xfrm>
            <a:off x="628650" y="1924055"/>
            <a:ext cx="7779544" cy="4191489"/>
          </a:xfrm>
          <a:prstGeom prst="rect">
            <a:avLst/>
          </a:prstGeom>
        </p:spPr>
        <p:txBody>
          <a:bodyPr vert="horz" lIns="91440" tIns="45720" rIns="91440" bIns="45720" rtlCol="0">
            <a:normAutofit/>
          </a:bodyPr>
          <a:lstStyle/>
          <a:p>
            <a:pPr lvl="0"/>
            <a:r>
              <a:rPr lang="cs-CZ" dirty="0"/>
              <a:t>Po kliknutí můžete upravovat styly textu v předloze.</a:t>
            </a:r>
          </a:p>
          <a:p>
            <a:pPr lvl="1"/>
            <a:r>
              <a:rPr lang="cs-CZ" dirty="0"/>
              <a:t>Druhá úroveň</a:t>
            </a:r>
          </a:p>
          <a:p>
            <a:pPr lvl="2"/>
            <a:r>
              <a:rPr lang="cs-CZ" dirty="0"/>
              <a:t>Třetí úroveň</a:t>
            </a:r>
          </a:p>
          <a:p>
            <a:pPr lvl="3"/>
            <a:r>
              <a:rPr lang="cs-CZ" dirty="0"/>
              <a:t>Čtvrtá úroveň</a:t>
            </a:r>
          </a:p>
          <a:p>
            <a:pPr lvl="4"/>
            <a:r>
              <a:rPr lang="cs-CZ" dirty="0"/>
              <a:t>Pátá úroveň</a:t>
            </a:r>
          </a:p>
        </p:txBody>
      </p:sp>
      <p:sp>
        <p:nvSpPr>
          <p:cNvPr id="4" name="Zástupný symbol pro datum 3">
            <a:extLst>
              <a:ext uri="{FF2B5EF4-FFF2-40B4-BE49-F238E27FC236}">
                <a16:creationId xmlns:a16="http://schemas.microsoft.com/office/drawing/2014/main" id="{B849455D-C2AF-42AF-A377-1FD957033899}"/>
              </a:ext>
            </a:extLst>
          </p:cNvPr>
          <p:cNvSpPr>
            <a:spLocks noGrp="1"/>
          </p:cNvSpPr>
          <p:nvPr>
            <p:ph type="dt" sz="half" idx="2"/>
          </p:nvPr>
        </p:nvSpPr>
        <p:spPr>
          <a:xfrm>
            <a:off x="628650" y="6356355"/>
            <a:ext cx="2057400" cy="365125"/>
          </a:xfrm>
          <a:prstGeom prst="rect">
            <a:avLst/>
          </a:prstGeom>
        </p:spPr>
        <p:txBody>
          <a:bodyPr vert="horz" lIns="91440" tIns="45720" rIns="91440" bIns="45720" rtlCol="0" anchor="ctr"/>
          <a:lstStyle>
            <a:lvl1pPr algn="l">
              <a:defRPr sz="900">
                <a:solidFill>
                  <a:schemeClr val="tx1">
                    <a:tint val="75000"/>
                  </a:schemeClr>
                </a:solidFill>
                <a:latin typeface="Arial" panose="020B0604020202020204" pitchFamily="34" charset="0"/>
                <a:cs typeface="Arial" panose="020B0604020202020204" pitchFamily="34" charset="0"/>
              </a:defRPr>
            </a:lvl1pPr>
          </a:lstStyle>
          <a:p>
            <a:fld id="{8B329ADC-2255-4EF3-B5C0-B90829E78CD9}" type="datetimeFigureOut">
              <a:rPr lang="cs-CZ" smtClean="0"/>
              <a:pPr/>
              <a:t>18.06.2024</a:t>
            </a:fld>
            <a:endParaRPr lang="cs-CZ" dirty="0">
              <a:latin typeface="Arial" panose="020B0604020202020204" pitchFamily="34" charset="0"/>
              <a:cs typeface="Arial" panose="020B0604020202020204" pitchFamily="34" charset="0"/>
            </a:endParaRPr>
          </a:p>
        </p:txBody>
      </p:sp>
      <p:sp>
        <p:nvSpPr>
          <p:cNvPr id="5" name="Zástupný symbol pro zápatí 4">
            <a:extLst>
              <a:ext uri="{FF2B5EF4-FFF2-40B4-BE49-F238E27FC236}">
                <a16:creationId xmlns:a16="http://schemas.microsoft.com/office/drawing/2014/main" id="{FE38892D-BE40-4B7B-98A7-1B108AC51AEA}"/>
              </a:ext>
            </a:extLst>
          </p:cNvPr>
          <p:cNvSpPr>
            <a:spLocks noGrp="1"/>
          </p:cNvSpPr>
          <p:nvPr>
            <p:ph type="ftr" sz="quarter" idx="3"/>
          </p:nvPr>
        </p:nvSpPr>
        <p:spPr>
          <a:xfrm>
            <a:off x="3028950" y="6356355"/>
            <a:ext cx="3086100" cy="365125"/>
          </a:xfrm>
          <a:prstGeom prst="rect">
            <a:avLst/>
          </a:prstGeom>
        </p:spPr>
        <p:txBody>
          <a:bodyPr vert="horz" lIns="91440" tIns="45720" rIns="91440" bIns="45720" rtlCol="0" anchor="ctr"/>
          <a:lstStyle>
            <a:lvl1pPr algn="ctr">
              <a:defRPr sz="900">
                <a:solidFill>
                  <a:schemeClr val="tx1">
                    <a:tint val="75000"/>
                  </a:schemeClr>
                </a:solidFill>
                <a:latin typeface="Arial" panose="020B0604020202020204" pitchFamily="34" charset="0"/>
                <a:cs typeface="Arial" panose="020B0604020202020204" pitchFamily="34" charset="0"/>
              </a:defRPr>
            </a:lvl1pPr>
          </a:lstStyle>
          <a:p>
            <a:endParaRPr lang="cs-CZ" dirty="0">
              <a:latin typeface="Arial" panose="020B0604020202020204" pitchFamily="34" charset="0"/>
              <a:cs typeface="Arial" panose="020B0604020202020204" pitchFamily="34" charset="0"/>
            </a:endParaRPr>
          </a:p>
        </p:txBody>
      </p:sp>
      <p:sp>
        <p:nvSpPr>
          <p:cNvPr id="6" name="Zástupný symbol pro číslo snímku 5">
            <a:extLst>
              <a:ext uri="{FF2B5EF4-FFF2-40B4-BE49-F238E27FC236}">
                <a16:creationId xmlns:a16="http://schemas.microsoft.com/office/drawing/2014/main" id="{C1406528-E83B-4FF2-81FD-6E1ED0DE80F9}"/>
              </a:ext>
            </a:extLst>
          </p:cNvPr>
          <p:cNvSpPr>
            <a:spLocks noGrp="1"/>
          </p:cNvSpPr>
          <p:nvPr>
            <p:ph type="sldNum" sz="quarter" idx="4"/>
          </p:nvPr>
        </p:nvSpPr>
        <p:spPr>
          <a:xfrm>
            <a:off x="6425530" y="6356355"/>
            <a:ext cx="1982666" cy="365125"/>
          </a:xfrm>
          <a:prstGeom prst="rect">
            <a:avLst/>
          </a:prstGeom>
        </p:spPr>
        <p:txBody>
          <a:bodyPr vert="horz" lIns="91440" tIns="45720" rIns="91440" bIns="45720" rtlCol="0" anchor="ctr"/>
          <a:lstStyle>
            <a:lvl1pPr algn="r">
              <a:defRPr sz="900">
                <a:solidFill>
                  <a:schemeClr val="tx1">
                    <a:tint val="75000"/>
                  </a:schemeClr>
                </a:solidFill>
                <a:latin typeface="Arial" panose="020B0604020202020204" pitchFamily="34" charset="0"/>
                <a:cs typeface="Arial" panose="020B0604020202020204" pitchFamily="34" charset="0"/>
              </a:defRPr>
            </a:lvl1pPr>
          </a:lstStyle>
          <a:p>
            <a:fld id="{195CA258-668E-4A85-A197-2757C3BEE154}" type="slidenum">
              <a:rPr lang="cs-CZ" smtClean="0"/>
              <a:pPr/>
              <a:t>‹#›</a:t>
            </a:fld>
            <a:endParaRPr lang="cs-CZ" dirty="0">
              <a:latin typeface="Arial" panose="020B0604020202020204" pitchFamily="34" charset="0"/>
              <a:cs typeface="Arial" panose="020B0604020202020204" pitchFamily="34" charset="0"/>
            </a:endParaRPr>
          </a:p>
        </p:txBody>
      </p:sp>
      <p:sp>
        <p:nvSpPr>
          <p:cNvPr id="10" name="Zástupný nadpis 1">
            <a:extLst>
              <a:ext uri="{FF2B5EF4-FFF2-40B4-BE49-F238E27FC236}">
                <a16:creationId xmlns:a16="http://schemas.microsoft.com/office/drawing/2014/main" id="{6CADA8D1-4B1D-49C0-B645-EB5D43487BC1}"/>
              </a:ext>
            </a:extLst>
          </p:cNvPr>
          <p:cNvSpPr txBox="1">
            <a:spLocks/>
          </p:cNvSpPr>
          <p:nvPr userDrawn="1"/>
        </p:nvSpPr>
        <p:spPr>
          <a:xfrm>
            <a:off x="8815389" y="6436824"/>
            <a:ext cx="416717" cy="452926"/>
          </a:xfrm>
          <a:prstGeom prst="rect">
            <a:avLst/>
          </a:prstGeom>
        </p:spPr>
        <p:txBody>
          <a:bodyPr vert="horz" lIns="68580" tIns="34290" rIns="68580" bIns="34290" rtlCol="0" anchor="t">
            <a:normAutofit/>
          </a:bodyPr>
          <a:lstStyle>
            <a:lvl1pPr algn="l" defTabSz="914400" rtl="0" eaLnBrk="1" latinLnBrk="0" hangingPunct="1">
              <a:lnSpc>
                <a:spcPct val="90000"/>
              </a:lnSpc>
              <a:spcBef>
                <a:spcPct val="0"/>
              </a:spcBef>
              <a:buNone/>
              <a:defRPr sz="4000" kern="1200">
                <a:solidFill>
                  <a:srgbClr val="5BC4F1"/>
                </a:solidFill>
                <a:latin typeface="Arial" panose="020B0604020202020204" pitchFamily="34" charset="0"/>
                <a:ea typeface="+mj-ea"/>
                <a:cs typeface="Arial" panose="020B0604020202020204" pitchFamily="34" charset="0"/>
              </a:defRPr>
            </a:lvl1pPr>
          </a:lstStyle>
          <a:p>
            <a:pPr algn="ctr"/>
            <a:fld id="{166024C8-F27F-4469-B950-3CAEC9128C7E}" type="slidenum">
              <a:rPr lang="cs-CZ" sz="1100" smtClean="0">
                <a:solidFill>
                  <a:schemeClr val="bg1"/>
                </a:solidFill>
              </a:rPr>
              <a:pPr algn="ctr"/>
              <a:t>‹#›</a:t>
            </a:fld>
            <a:endParaRPr lang="cs-CZ" sz="3200" dirty="0">
              <a:solidFill>
                <a:schemeClr val="bg1"/>
              </a:solidFill>
            </a:endParaRPr>
          </a:p>
        </p:txBody>
      </p:sp>
      <p:sp>
        <p:nvSpPr>
          <p:cNvPr id="16" name="TextovéPole 15">
            <a:extLst>
              <a:ext uri="{FF2B5EF4-FFF2-40B4-BE49-F238E27FC236}">
                <a16:creationId xmlns:a16="http://schemas.microsoft.com/office/drawing/2014/main" id="{FCDCD643-C700-45E8-8816-DD3D4AEF500E}"/>
              </a:ext>
            </a:extLst>
          </p:cNvPr>
          <p:cNvSpPr txBox="1"/>
          <p:nvPr userDrawn="1"/>
        </p:nvSpPr>
        <p:spPr>
          <a:xfrm>
            <a:off x="6722748" y="299366"/>
            <a:ext cx="963643" cy="276999"/>
          </a:xfrm>
          <a:prstGeom prst="rect">
            <a:avLst/>
          </a:prstGeom>
          <a:noFill/>
        </p:spPr>
        <p:txBody>
          <a:bodyPr wrap="square" rtlCol="0">
            <a:spAutoFit/>
          </a:bodyPr>
          <a:lstStyle/>
          <a:p>
            <a:pPr algn="l"/>
            <a:r>
              <a:rPr lang="cs-CZ" sz="1200" dirty="0">
                <a:solidFill>
                  <a:srgbClr val="009881"/>
                </a:solidFill>
                <a:latin typeface="Arial" panose="020B0604020202020204" pitchFamily="34" charset="0"/>
                <a:cs typeface="Arial" panose="020B0604020202020204" pitchFamily="34" charset="0"/>
              </a:rPr>
              <a:t>fis.vse.cz</a:t>
            </a:r>
          </a:p>
        </p:txBody>
      </p:sp>
      <p:sp>
        <p:nvSpPr>
          <p:cNvPr id="17" name="TextovéPole 16">
            <a:extLst>
              <a:ext uri="{FF2B5EF4-FFF2-40B4-BE49-F238E27FC236}">
                <a16:creationId xmlns:a16="http://schemas.microsoft.com/office/drawing/2014/main" id="{68403B65-A3E4-4EA5-A348-D73A327280A2}"/>
              </a:ext>
            </a:extLst>
          </p:cNvPr>
          <p:cNvSpPr txBox="1"/>
          <p:nvPr userDrawn="1"/>
        </p:nvSpPr>
        <p:spPr>
          <a:xfrm>
            <a:off x="7851988" y="299366"/>
            <a:ext cx="1195923" cy="276999"/>
          </a:xfrm>
          <a:prstGeom prst="rect">
            <a:avLst/>
          </a:prstGeom>
          <a:noFill/>
        </p:spPr>
        <p:txBody>
          <a:bodyPr wrap="square" rtlCol="0">
            <a:spAutoFit/>
          </a:bodyPr>
          <a:lstStyle/>
          <a:p>
            <a:pPr algn="l"/>
            <a:r>
              <a:rPr lang="cs-CZ" sz="1200" dirty="0" err="1">
                <a:solidFill>
                  <a:srgbClr val="009881"/>
                </a:solidFill>
                <a:latin typeface="Arial" panose="020B0604020202020204" pitchFamily="34" charset="0"/>
                <a:cs typeface="Arial" panose="020B0604020202020204" pitchFamily="34" charset="0"/>
              </a:rPr>
              <a:t>fisvse</a:t>
            </a:r>
            <a:endParaRPr lang="cs-CZ" sz="1600" dirty="0">
              <a:solidFill>
                <a:srgbClr val="00988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69205474"/>
      </p:ext>
    </p:extLst>
  </p:cSld>
  <p:clrMap bg1="lt1" tx1="dk1" bg2="lt2" tx2="dk2" accent1="accent1" accent2="accent2" accent3="accent3" accent4="accent4" accent5="accent5" accent6="accent6" hlink="hlink" folHlink="folHlink"/>
  <p:sldLayoutIdLst>
    <p:sldLayoutId id="2147483664" r:id="rId1"/>
    <p:sldLayoutId id="2147483663" r:id="rId2"/>
    <p:sldLayoutId id="2147483665" r:id="rId3"/>
    <p:sldLayoutId id="2147483666" r:id="rId4"/>
    <p:sldLayoutId id="2147483667" r:id="rId5"/>
    <p:sldLayoutId id="2147483668" r:id="rId6"/>
    <p:sldLayoutId id="2147483672" r:id="rId7"/>
    <p:sldLayoutId id="2147483669" r:id="rId8"/>
    <p:sldLayoutId id="2147483673" r:id="rId9"/>
    <p:sldLayoutId id="2147483670" r:id="rId10"/>
    <p:sldLayoutId id="2147483671"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685783" rtl="0" eaLnBrk="1" latinLnBrk="0" hangingPunct="1">
        <a:lnSpc>
          <a:spcPct val="90000"/>
        </a:lnSpc>
        <a:spcBef>
          <a:spcPct val="0"/>
        </a:spcBef>
        <a:buNone/>
        <a:defRPr sz="3000" kern="1200">
          <a:solidFill>
            <a:srgbClr val="009881"/>
          </a:solidFill>
          <a:latin typeface="Arial" panose="020B0604020202020204" pitchFamily="34" charset="0"/>
          <a:ea typeface="+mj-ea"/>
          <a:cs typeface="Arial" panose="020B0604020202020204" pitchFamily="34" charset="0"/>
        </a:defRPr>
      </a:lvl1pPr>
    </p:titleStyle>
    <p:bodyStyle>
      <a:lvl1pPr marL="171446" indent="-171446" algn="l" defTabSz="685783" rtl="0" eaLnBrk="1" latinLnBrk="0" hangingPunct="1">
        <a:lnSpc>
          <a:spcPct val="100000"/>
        </a:lnSpc>
        <a:spcBef>
          <a:spcPts val="750"/>
        </a:spcBef>
        <a:buClr>
          <a:srgbClr val="009881"/>
        </a:buClr>
        <a:buFont typeface="Arial" panose="020B0604020202020204" pitchFamily="34" charset="0"/>
        <a:buChar char="•"/>
        <a:defRPr sz="2100" kern="1200">
          <a:solidFill>
            <a:schemeClr val="tx1"/>
          </a:solidFill>
          <a:latin typeface="Arial" panose="020B0604020202020204" pitchFamily="34" charset="0"/>
          <a:ea typeface="+mn-ea"/>
          <a:cs typeface="Arial" panose="020B0604020202020204" pitchFamily="34" charset="0"/>
        </a:defRPr>
      </a:lvl1pPr>
      <a:lvl2pPr marL="514337" indent="-171446" algn="l" defTabSz="685783" rtl="0" eaLnBrk="1" latinLnBrk="0" hangingPunct="1">
        <a:lnSpc>
          <a:spcPct val="100000"/>
        </a:lnSpc>
        <a:spcBef>
          <a:spcPts val="375"/>
        </a:spcBef>
        <a:buClr>
          <a:srgbClr val="009881"/>
        </a:buClr>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2pPr>
      <a:lvl3pPr marL="857228" indent="-171446" algn="l" defTabSz="685783" rtl="0" eaLnBrk="1" latinLnBrk="0" hangingPunct="1">
        <a:lnSpc>
          <a:spcPct val="100000"/>
        </a:lnSpc>
        <a:spcBef>
          <a:spcPts val="375"/>
        </a:spcBef>
        <a:buClr>
          <a:srgbClr val="009881"/>
        </a:buClr>
        <a:buFont typeface="Arial" panose="020B0604020202020204" pitchFamily="34" charset="0"/>
        <a:buChar char="•"/>
        <a:defRPr sz="1500" kern="1200">
          <a:solidFill>
            <a:schemeClr val="tx1"/>
          </a:solidFill>
          <a:latin typeface="Arial" panose="020B0604020202020204" pitchFamily="34" charset="0"/>
          <a:ea typeface="+mn-ea"/>
          <a:cs typeface="Arial" panose="020B0604020202020204" pitchFamily="34" charset="0"/>
        </a:defRPr>
      </a:lvl3pPr>
      <a:lvl4pPr marL="1200120" indent="-171446" algn="l" defTabSz="685783" rtl="0" eaLnBrk="1" latinLnBrk="0" hangingPunct="1">
        <a:lnSpc>
          <a:spcPct val="100000"/>
        </a:lnSpc>
        <a:spcBef>
          <a:spcPts val="375"/>
        </a:spcBef>
        <a:buClr>
          <a:srgbClr val="009881"/>
        </a:buClr>
        <a:buFont typeface="Arial" panose="020B0604020202020204" pitchFamily="34" charset="0"/>
        <a:buChar char="•"/>
        <a:defRPr sz="1350" kern="1200">
          <a:solidFill>
            <a:schemeClr val="tx1"/>
          </a:solidFill>
          <a:latin typeface="Arial" panose="020B0604020202020204" pitchFamily="34" charset="0"/>
          <a:ea typeface="+mn-ea"/>
          <a:cs typeface="Arial" panose="020B0604020202020204" pitchFamily="34" charset="0"/>
        </a:defRPr>
      </a:lvl4pPr>
      <a:lvl5pPr marL="1543012" indent="-171446" algn="l" defTabSz="685783" rtl="0" eaLnBrk="1" latinLnBrk="0" hangingPunct="1">
        <a:lnSpc>
          <a:spcPct val="100000"/>
        </a:lnSpc>
        <a:spcBef>
          <a:spcPts val="375"/>
        </a:spcBef>
        <a:buClr>
          <a:srgbClr val="009881"/>
        </a:buClr>
        <a:buFont typeface="Arial" panose="020B0604020202020204" pitchFamily="34" charset="0"/>
        <a:buChar char="•"/>
        <a:defRPr sz="1350" kern="1200">
          <a:solidFill>
            <a:schemeClr val="tx1"/>
          </a:solidFill>
          <a:latin typeface="Arial" panose="020B0604020202020204" pitchFamily="34" charset="0"/>
          <a:ea typeface="+mn-ea"/>
          <a:cs typeface="Arial" panose="020B0604020202020204" pitchFamily="34" charset="0"/>
        </a:defRPr>
      </a:lvl5pPr>
      <a:lvl6pPr marL="1885903"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77"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cs-CZ"/>
      </a:defPPr>
      <a:lvl1pPr marL="0" algn="l" defTabSz="685783" rtl="0" eaLnBrk="1" latinLnBrk="0" hangingPunct="1">
        <a:defRPr sz="1350" kern="1200">
          <a:solidFill>
            <a:schemeClr val="tx1"/>
          </a:solidFill>
          <a:latin typeface="+mn-lt"/>
          <a:ea typeface="+mn-ea"/>
          <a:cs typeface="+mn-cs"/>
        </a:defRPr>
      </a:lvl1pPr>
      <a:lvl2pPr marL="342892" algn="l" defTabSz="685783" rtl="0" eaLnBrk="1" latinLnBrk="0" hangingPunct="1">
        <a:defRPr sz="1350" kern="1200">
          <a:solidFill>
            <a:schemeClr val="tx1"/>
          </a:solidFill>
          <a:latin typeface="+mn-lt"/>
          <a:ea typeface="+mn-ea"/>
          <a:cs typeface="+mn-cs"/>
        </a:defRPr>
      </a:lvl2pPr>
      <a:lvl3pPr marL="685783" algn="l" defTabSz="685783" rtl="0" eaLnBrk="1" latinLnBrk="0" hangingPunct="1">
        <a:defRPr sz="1350" kern="1200">
          <a:solidFill>
            <a:schemeClr val="tx1"/>
          </a:solidFill>
          <a:latin typeface="+mn-lt"/>
          <a:ea typeface="+mn-ea"/>
          <a:cs typeface="+mn-cs"/>
        </a:defRPr>
      </a:lvl3pPr>
      <a:lvl4pPr marL="1028675" algn="l" defTabSz="685783" rtl="0" eaLnBrk="1" latinLnBrk="0" hangingPunct="1">
        <a:defRPr sz="1350" kern="1200">
          <a:solidFill>
            <a:schemeClr val="tx1"/>
          </a:solidFill>
          <a:latin typeface="+mn-lt"/>
          <a:ea typeface="+mn-ea"/>
          <a:cs typeface="+mn-cs"/>
        </a:defRPr>
      </a:lvl4pPr>
      <a:lvl5pPr marL="1371566" algn="l" defTabSz="685783" rtl="0" eaLnBrk="1" latinLnBrk="0" hangingPunct="1">
        <a:defRPr sz="1350" kern="1200">
          <a:solidFill>
            <a:schemeClr val="tx1"/>
          </a:solidFill>
          <a:latin typeface="+mn-lt"/>
          <a:ea typeface="+mn-ea"/>
          <a:cs typeface="+mn-cs"/>
        </a:defRPr>
      </a:lvl5pPr>
      <a:lvl6pPr marL="1714457" algn="l" defTabSz="685783" rtl="0" eaLnBrk="1" latinLnBrk="0" hangingPunct="1">
        <a:defRPr sz="1350" kern="1200">
          <a:solidFill>
            <a:schemeClr val="tx1"/>
          </a:solidFill>
          <a:latin typeface="+mn-lt"/>
          <a:ea typeface="+mn-ea"/>
          <a:cs typeface="+mn-cs"/>
        </a:defRPr>
      </a:lvl6pPr>
      <a:lvl7pPr marL="2057348" algn="l" defTabSz="685783" rtl="0" eaLnBrk="1" latinLnBrk="0" hangingPunct="1">
        <a:defRPr sz="1350" kern="1200">
          <a:solidFill>
            <a:schemeClr val="tx1"/>
          </a:solidFill>
          <a:latin typeface="+mn-lt"/>
          <a:ea typeface="+mn-ea"/>
          <a:cs typeface="+mn-cs"/>
        </a:defRPr>
      </a:lvl7pPr>
      <a:lvl8pPr marL="2400240" algn="l" defTabSz="685783" rtl="0" eaLnBrk="1" latinLnBrk="0" hangingPunct="1">
        <a:defRPr sz="1350" kern="1200">
          <a:solidFill>
            <a:schemeClr val="tx1"/>
          </a:solidFill>
          <a:latin typeface="+mn-lt"/>
          <a:ea typeface="+mn-ea"/>
          <a:cs typeface="+mn-cs"/>
        </a:defRPr>
      </a:lvl8pPr>
      <a:lvl9pPr marL="2743132" algn="l" defTabSz="685783"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1.png"/><Relationship Id="rId3" Type="http://schemas.openxmlformats.org/officeDocument/2006/relationships/notesSlide" Target="../notesSlides/notesSlide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Nadpis 1">
            <a:extLst>
              <a:ext uri="{FF2B5EF4-FFF2-40B4-BE49-F238E27FC236}">
                <a16:creationId xmlns:a16="http://schemas.microsoft.com/office/drawing/2014/main" id="{FDA0EE84-57A3-437C-B722-52ACFBB5ED45}"/>
              </a:ext>
            </a:extLst>
          </p:cNvPr>
          <p:cNvSpPr>
            <a:spLocks noGrp="1"/>
          </p:cNvSpPr>
          <p:nvPr>
            <p:ph type="ctrTitle"/>
          </p:nvPr>
        </p:nvSpPr>
        <p:spPr>
          <a:xfrm>
            <a:off x="653591" y="2428716"/>
            <a:ext cx="7886701" cy="1782150"/>
          </a:xfrm>
        </p:spPr>
        <p:txBody>
          <a:bodyPr>
            <a:normAutofit/>
          </a:bodyPr>
          <a:lstStyle/>
          <a:p>
            <a:r>
              <a:rPr lang="cs-CZ" dirty="0"/>
              <a:t>Návrh a testování běhových prostředí pro autonomní coding agenty v softwarovém vývoji</a:t>
            </a:r>
          </a:p>
        </p:txBody>
      </p:sp>
      <p:sp>
        <p:nvSpPr>
          <p:cNvPr id="7" name="Podnadpis 2">
            <a:extLst>
              <a:ext uri="{FF2B5EF4-FFF2-40B4-BE49-F238E27FC236}">
                <a16:creationId xmlns:a16="http://schemas.microsoft.com/office/drawing/2014/main" id="{E61BFD91-DBE2-4E04-96B3-E9E721A27C9E}"/>
              </a:ext>
            </a:extLst>
          </p:cNvPr>
          <p:cNvSpPr>
            <a:spLocks noGrp="1"/>
          </p:cNvSpPr>
          <p:nvPr>
            <p:ph type="subTitle" idx="1"/>
          </p:nvPr>
        </p:nvSpPr>
        <p:spPr>
          <a:xfrm>
            <a:off x="668831" y="4325166"/>
            <a:ext cx="7871461" cy="813654"/>
          </a:xfrm>
        </p:spPr>
        <p:txBody>
          <a:bodyPr/>
          <a:lstStyle/>
          <a:p>
            <a:r>
              <a:rPr lang="cs-CZ" dirty="0"/>
              <a:t>Vedoucí práce: Ing. Jiří Korčák</a:t>
            </a:r>
          </a:p>
        </p:txBody>
      </p:sp>
      <p:sp>
        <p:nvSpPr>
          <p:cNvPr id="8" name="Zástupný text 3">
            <a:extLst>
              <a:ext uri="{FF2B5EF4-FFF2-40B4-BE49-F238E27FC236}">
                <a16:creationId xmlns:a16="http://schemas.microsoft.com/office/drawing/2014/main" id="{E29E5E70-22CD-4E96-8CAB-90368F655649}"/>
              </a:ext>
            </a:extLst>
          </p:cNvPr>
          <p:cNvSpPr>
            <a:spLocks noGrp="1"/>
          </p:cNvSpPr>
          <p:nvPr>
            <p:ph type="body" idx="13"/>
          </p:nvPr>
        </p:nvSpPr>
        <p:spPr>
          <a:xfrm>
            <a:off x="4838009" y="870423"/>
            <a:ext cx="3718906" cy="311628"/>
          </a:xfrm>
        </p:spPr>
        <p:txBody>
          <a:bodyPr/>
          <a:lstStyle/>
          <a:p>
            <a:r>
              <a:rPr lang="cs-CZ" dirty="0"/>
              <a:t>Thanh An Nguyen</a:t>
            </a:r>
          </a:p>
        </p:txBody>
      </p:sp>
      <p:sp>
        <p:nvSpPr>
          <p:cNvPr id="9" name="Zástupný text 4">
            <a:extLst>
              <a:ext uri="{FF2B5EF4-FFF2-40B4-BE49-F238E27FC236}">
                <a16:creationId xmlns:a16="http://schemas.microsoft.com/office/drawing/2014/main" id="{C9002A16-94F7-4B76-9824-2D769080A319}"/>
              </a:ext>
            </a:extLst>
          </p:cNvPr>
          <p:cNvSpPr>
            <a:spLocks noGrp="1"/>
          </p:cNvSpPr>
          <p:nvPr>
            <p:ph type="body" idx="14"/>
          </p:nvPr>
        </p:nvSpPr>
        <p:spPr>
          <a:xfrm>
            <a:off x="4838009" y="1182051"/>
            <a:ext cx="3718906" cy="311628"/>
          </a:xfrm>
        </p:spPr>
        <p:txBody>
          <a:bodyPr/>
          <a:lstStyle/>
          <a:p>
            <a:r>
              <a:rPr lang="cs-CZ" dirty="0"/>
              <a:t>Studijní program: Aplikovaná informatika</a:t>
            </a:r>
          </a:p>
        </p:txBody>
      </p:sp>
      <p:sp>
        <p:nvSpPr>
          <p:cNvPr id="10" name="Zástupný text 4">
            <a:extLst>
              <a:ext uri="{FF2B5EF4-FFF2-40B4-BE49-F238E27FC236}">
                <a16:creationId xmlns:a16="http://schemas.microsoft.com/office/drawing/2014/main" id="{59108834-8443-47EE-BE5F-6C8592DF9580}"/>
              </a:ext>
            </a:extLst>
          </p:cNvPr>
          <p:cNvSpPr txBox="1">
            <a:spLocks/>
          </p:cNvSpPr>
          <p:nvPr/>
        </p:nvSpPr>
        <p:spPr>
          <a:xfrm>
            <a:off x="4838009" y="1493756"/>
            <a:ext cx="3718906" cy="311628"/>
          </a:xfrm>
          <a:prstGeom prst="rect">
            <a:avLst/>
          </a:prstGeom>
        </p:spPr>
        <p:txBody>
          <a:bodyPr vert="horz" lIns="91440" tIns="45720" rIns="91440" bIns="45720" rtlCol="0">
            <a:normAutofit fontScale="92500"/>
          </a:bodyPr>
          <a:lstStyle>
            <a:lvl1pPr marL="0" indent="0" algn="r" defTabSz="685783" rtl="0" eaLnBrk="1" latinLnBrk="0" hangingPunct="1">
              <a:lnSpc>
                <a:spcPct val="90000"/>
              </a:lnSpc>
              <a:spcBef>
                <a:spcPts val="750"/>
              </a:spcBef>
              <a:buClr>
                <a:srgbClr val="009881"/>
              </a:buClr>
              <a:buFont typeface="Arial" panose="020B0604020202020204" pitchFamily="34" charset="0"/>
              <a:buNone/>
              <a:defRPr sz="1400" kern="1200">
                <a:solidFill>
                  <a:srgbClr val="4A4A49"/>
                </a:solidFill>
                <a:latin typeface="Arial" panose="020B0604020202020204" pitchFamily="34" charset="0"/>
                <a:ea typeface="+mn-ea"/>
                <a:cs typeface="Arial" panose="020B0604020202020204" pitchFamily="34" charset="0"/>
              </a:defRPr>
            </a:lvl1pPr>
            <a:lvl2pPr marL="342892" indent="0" algn="l" defTabSz="685783" rtl="0" eaLnBrk="1" latinLnBrk="0" hangingPunct="1">
              <a:lnSpc>
                <a:spcPct val="90000"/>
              </a:lnSpc>
              <a:spcBef>
                <a:spcPts val="375"/>
              </a:spcBef>
              <a:buClr>
                <a:srgbClr val="009881"/>
              </a:buClr>
              <a:buFont typeface="Arial" panose="020B0604020202020204" pitchFamily="34" charset="0"/>
              <a:buNone/>
              <a:defRPr sz="1500" kern="1200">
                <a:solidFill>
                  <a:schemeClr val="tx1">
                    <a:tint val="75000"/>
                  </a:schemeClr>
                </a:solidFill>
                <a:latin typeface="Arial" panose="020B0604020202020204" pitchFamily="34" charset="0"/>
                <a:ea typeface="+mn-ea"/>
                <a:cs typeface="Arial" panose="020B0604020202020204" pitchFamily="34" charset="0"/>
              </a:defRPr>
            </a:lvl2pPr>
            <a:lvl3pPr marL="685783" indent="0" algn="l" defTabSz="685783" rtl="0" eaLnBrk="1" latinLnBrk="0" hangingPunct="1">
              <a:lnSpc>
                <a:spcPct val="90000"/>
              </a:lnSpc>
              <a:spcBef>
                <a:spcPts val="375"/>
              </a:spcBef>
              <a:buClr>
                <a:srgbClr val="009881"/>
              </a:buClr>
              <a:buFont typeface="Arial" panose="020B0604020202020204" pitchFamily="34" charset="0"/>
              <a:buNone/>
              <a:defRPr sz="1350" kern="1200">
                <a:solidFill>
                  <a:schemeClr val="tx1">
                    <a:tint val="75000"/>
                  </a:schemeClr>
                </a:solidFill>
                <a:latin typeface="Arial" panose="020B0604020202020204" pitchFamily="34" charset="0"/>
                <a:ea typeface="+mn-ea"/>
                <a:cs typeface="Arial" panose="020B0604020202020204" pitchFamily="34" charset="0"/>
              </a:defRPr>
            </a:lvl3pPr>
            <a:lvl4pPr marL="1028675" indent="0" algn="l" defTabSz="685783" rtl="0" eaLnBrk="1" latinLnBrk="0" hangingPunct="1">
              <a:lnSpc>
                <a:spcPct val="90000"/>
              </a:lnSpc>
              <a:spcBef>
                <a:spcPts val="375"/>
              </a:spcBef>
              <a:buClr>
                <a:srgbClr val="009881"/>
              </a:buClr>
              <a:buFont typeface="Arial" panose="020B0604020202020204" pitchFamily="34" charset="0"/>
              <a:buNone/>
              <a:defRPr sz="1200" kern="1200">
                <a:solidFill>
                  <a:schemeClr val="tx1">
                    <a:tint val="75000"/>
                  </a:schemeClr>
                </a:solidFill>
                <a:latin typeface="Arial" panose="020B0604020202020204" pitchFamily="34" charset="0"/>
                <a:ea typeface="+mn-ea"/>
                <a:cs typeface="Arial" panose="020B0604020202020204" pitchFamily="34" charset="0"/>
              </a:defRPr>
            </a:lvl4pPr>
            <a:lvl5pPr marL="1371566" indent="0" algn="l" defTabSz="685783" rtl="0" eaLnBrk="1" latinLnBrk="0" hangingPunct="1">
              <a:lnSpc>
                <a:spcPct val="90000"/>
              </a:lnSpc>
              <a:spcBef>
                <a:spcPts val="375"/>
              </a:spcBef>
              <a:buClr>
                <a:srgbClr val="009881"/>
              </a:buClr>
              <a:buFont typeface="Arial" panose="020B0604020202020204" pitchFamily="34" charset="0"/>
              <a:buNone/>
              <a:defRPr sz="1200" kern="1200">
                <a:solidFill>
                  <a:schemeClr val="tx1">
                    <a:tint val="75000"/>
                  </a:schemeClr>
                </a:solidFill>
                <a:latin typeface="Arial" panose="020B0604020202020204" pitchFamily="34" charset="0"/>
                <a:ea typeface="+mn-ea"/>
                <a:cs typeface="Arial" panose="020B0604020202020204" pitchFamily="34" charset="0"/>
              </a:defRPr>
            </a:lvl5pPr>
            <a:lvl6pPr marL="1714457" indent="0" algn="l" defTabSz="685783" rtl="0" eaLnBrk="1" latinLnBrk="0" hangingPunct="1">
              <a:lnSpc>
                <a:spcPct val="90000"/>
              </a:lnSpc>
              <a:spcBef>
                <a:spcPts val="375"/>
              </a:spcBef>
              <a:buFont typeface="Arial" panose="020B0604020202020204" pitchFamily="34" charset="0"/>
              <a:buNone/>
              <a:defRPr sz="1200" kern="1200">
                <a:solidFill>
                  <a:schemeClr val="tx1">
                    <a:tint val="75000"/>
                  </a:schemeClr>
                </a:solidFill>
                <a:latin typeface="+mn-lt"/>
                <a:ea typeface="+mn-ea"/>
                <a:cs typeface="+mn-cs"/>
              </a:defRPr>
            </a:lvl6pPr>
            <a:lvl7pPr marL="2057348" indent="0" algn="l" defTabSz="685783" rtl="0" eaLnBrk="1" latinLnBrk="0" hangingPunct="1">
              <a:lnSpc>
                <a:spcPct val="90000"/>
              </a:lnSpc>
              <a:spcBef>
                <a:spcPts val="375"/>
              </a:spcBef>
              <a:buFont typeface="Arial" panose="020B0604020202020204" pitchFamily="34" charset="0"/>
              <a:buNone/>
              <a:defRPr sz="1200" kern="1200">
                <a:solidFill>
                  <a:schemeClr val="tx1">
                    <a:tint val="75000"/>
                  </a:schemeClr>
                </a:solidFill>
                <a:latin typeface="+mn-lt"/>
                <a:ea typeface="+mn-ea"/>
                <a:cs typeface="+mn-cs"/>
              </a:defRPr>
            </a:lvl7pPr>
            <a:lvl8pPr marL="2400240" indent="0" algn="l" defTabSz="685783" rtl="0" eaLnBrk="1" latinLnBrk="0" hangingPunct="1">
              <a:lnSpc>
                <a:spcPct val="90000"/>
              </a:lnSpc>
              <a:spcBef>
                <a:spcPts val="375"/>
              </a:spcBef>
              <a:buFont typeface="Arial" panose="020B0604020202020204" pitchFamily="34" charset="0"/>
              <a:buNone/>
              <a:defRPr sz="1200" kern="1200">
                <a:solidFill>
                  <a:schemeClr val="tx1">
                    <a:tint val="75000"/>
                  </a:schemeClr>
                </a:solidFill>
                <a:latin typeface="+mn-lt"/>
                <a:ea typeface="+mn-ea"/>
                <a:cs typeface="+mn-cs"/>
              </a:defRPr>
            </a:lvl8pPr>
            <a:lvl9pPr marL="2743132" indent="0" algn="l" defTabSz="685783" rtl="0" eaLnBrk="1" latinLnBrk="0" hangingPunct="1">
              <a:lnSpc>
                <a:spcPct val="90000"/>
              </a:lnSpc>
              <a:spcBef>
                <a:spcPts val="375"/>
              </a:spcBef>
              <a:buFont typeface="Arial" panose="020B0604020202020204" pitchFamily="34" charset="0"/>
              <a:buNone/>
              <a:defRPr sz="1200" kern="1200">
                <a:solidFill>
                  <a:schemeClr val="tx1">
                    <a:tint val="75000"/>
                  </a:schemeClr>
                </a:solidFill>
                <a:latin typeface="+mn-lt"/>
                <a:ea typeface="+mn-ea"/>
                <a:cs typeface="+mn-cs"/>
              </a:defRPr>
            </a:lvl9pPr>
          </a:lstStyle>
          <a:p>
            <a:r>
              <a:rPr lang="cs-CZ" dirty="0"/>
              <a:t/>
            </a:r>
          </a:p>
        </p:txBody>
      </p:sp>
      <p:sp>
        <p:nvSpPr>
          <p:cNvPr id="2" name="Zástupný text 4">
            <a:extLst>
              <a:ext uri="{FF2B5EF4-FFF2-40B4-BE49-F238E27FC236}">
                <a16:creationId xmlns:a16="http://schemas.microsoft.com/office/drawing/2014/main" id="{6DC8903B-1E09-1F86-58A9-F8FAB7A289F8}"/>
              </a:ext>
            </a:extLst>
          </p:cNvPr>
          <p:cNvSpPr txBox="1">
            <a:spLocks/>
          </p:cNvSpPr>
          <p:nvPr/>
        </p:nvSpPr>
        <p:spPr>
          <a:xfrm>
            <a:off x="4838009" y="1763870"/>
            <a:ext cx="3718906" cy="311628"/>
          </a:xfrm>
          <a:prstGeom prst="rect">
            <a:avLst/>
          </a:prstGeom>
        </p:spPr>
        <p:txBody>
          <a:bodyPr vert="horz" lIns="91440" tIns="45720" rIns="91440" bIns="45720" rtlCol="0">
            <a:normAutofit/>
          </a:bodyPr>
          <a:lstStyle>
            <a:lvl1pPr marL="0" indent="0" algn="r" defTabSz="685783" rtl="0" eaLnBrk="1" latinLnBrk="0" hangingPunct="1">
              <a:lnSpc>
                <a:spcPct val="90000"/>
              </a:lnSpc>
              <a:spcBef>
                <a:spcPts val="750"/>
              </a:spcBef>
              <a:buClr>
                <a:srgbClr val="009881"/>
              </a:buClr>
              <a:buFont typeface="Arial" panose="020B0604020202020204" pitchFamily="34" charset="0"/>
              <a:buNone/>
              <a:defRPr sz="1400" kern="1200">
                <a:solidFill>
                  <a:srgbClr val="4A4A49"/>
                </a:solidFill>
                <a:latin typeface="Arial" panose="020B0604020202020204" pitchFamily="34" charset="0"/>
                <a:ea typeface="+mn-ea"/>
                <a:cs typeface="Arial" panose="020B0604020202020204" pitchFamily="34" charset="0"/>
              </a:defRPr>
            </a:lvl1pPr>
            <a:lvl2pPr marL="342892" indent="0" algn="l" defTabSz="685783" rtl="0" eaLnBrk="1" latinLnBrk="0" hangingPunct="1">
              <a:lnSpc>
                <a:spcPct val="90000"/>
              </a:lnSpc>
              <a:spcBef>
                <a:spcPts val="375"/>
              </a:spcBef>
              <a:buClr>
                <a:srgbClr val="009881"/>
              </a:buClr>
              <a:buFont typeface="Arial" panose="020B0604020202020204" pitchFamily="34" charset="0"/>
              <a:buNone/>
              <a:defRPr sz="1500" kern="1200">
                <a:solidFill>
                  <a:schemeClr val="tx1">
                    <a:tint val="75000"/>
                  </a:schemeClr>
                </a:solidFill>
                <a:latin typeface="Arial" panose="020B0604020202020204" pitchFamily="34" charset="0"/>
                <a:ea typeface="+mn-ea"/>
                <a:cs typeface="Arial" panose="020B0604020202020204" pitchFamily="34" charset="0"/>
              </a:defRPr>
            </a:lvl2pPr>
            <a:lvl3pPr marL="685783" indent="0" algn="l" defTabSz="685783" rtl="0" eaLnBrk="1" latinLnBrk="0" hangingPunct="1">
              <a:lnSpc>
                <a:spcPct val="90000"/>
              </a:lnSpc>
              <a:spcBef>
                <a:spcPts val="375"/>
              </a:spcBef>
              <a:buClr>
                <a:srgbClr val="009881"/>
              </a:buClr>
              <a:buFont typeface="Arial" panose="020B0604020202020204" pitchFamily="34" charset="0"/>
              <a:buNone/>
              <a:defRPr sz="1350" kern="1200">
                <a:solidFill>
                  <a:schemeClr val="tx1">
                    <a:tint val="75000"/>
                  </a:schemeClr>
                </a:solidFill>
                <a:latin typeface="Arial" panose="020B0604020202020204" pitchFamily="34" charset="0"/>
                <a:ea typeface="+mn-ea"/>
                <a:cs typeface="Arial" panose="020B0604020202020204" pitchFamily="34" charset="0"/>
              </a:defRPr>
            </a:lvl3pPr>
            <a:lvl4pPr marL="1028675" indent="0" algn="l" defTabSz="685783" rtl="0" eaLnBrk="1" latinLnBrk="0" hangingPunct="1">
              <a:lnSpc>
                <a:spcPct val="90000"/>
              </a:lnSpc>
              <a:spcBef>
                <a:spcPts val="375"/>
              </a:spcBef>
              <a:buClr>
                <a:srgbClr val="009881"/>
              </a:buClr>
              <a:buFont typeface="Arial" panose="020B0604020202020204" pitchFamily="34" charset="0"/>
              <a:buNone/>
              <a:defRPr sz="1200" kern="1200">
                <a:solidFill>
                  <a:schemeClr val="tx1">
                    <a:tint val="75000"/>
                  </a:schemeClr>
                </a:solidFill>
                <a:latin typeface="Arial" panose="020B0604020202020204" pitchFamily="34" charset="0"/>
                <a:ea typeface="+mn-ea"/>
                <a:cs typeface="Arial" panose="020B0604020202020204" pitchFamily="34" charset="0"/>
              </a:defRPr>
            </a:lvl4pPr>
            <a:lvl5pPr marL="1371566" indent="0" algn="l" defTabSz="685783" rtl="0" eaLnBrk="1" latinLnBrk="0" hangingPunct="1">
              <a:lnSpc>
                <a:spcPct val="90000"/>
              </a:lnSpc>
              <a:spcBef>
                <a:spcPts val="375"/>
              </a:spcBef>
              <a:buClr>
                <a:srgbClr val="009881"/>
              </a:buClr>
              <a:buFont typeface="Arial" panose="020B0604020202020204" pitchFamily="34" charset="0"/>
              <a:buNone/>
              <a:defRPr sz="1200" kern="1200">
                <a:solidFill>
                  <a:schemeClr val="tx1">
                    <a:tint val="75000"/>
                  </a:schemeClr>
                </a:solidFill>
                <a:latin typeface="Arial" panose="020B0604020202020204" pitchFamily="34" charset="0"/>
                <a:ea typeface="+mn-ea"/>
                <a:cs typeface="Arial" panose="020B0604020202020204" pitchFamily="34" charset="0"/>
              </a:defRPr>
            </a:lvl5pPr>
            <a:lvl6pPr marL="1714457" indent="0" algn="l" defTabSz="685783" rtl="0" eaLnBrk="1" latinLnBrk="0" hangingPunct="1">
              <a:lnSpc>
                <a:spcPct val="90000"/>
              </a:lnSpc>
              <a:spcBef>
                <a:spcPts val="375"/>
              </a:spcBef>
              <a:buFont typeface="Arial" panose="020B0604020202020204" pitchFamily="34" charset="0"/>
              <a:buNone/>
              <a:defRPr sz="1200" kern="1200">
                <a:solidFill>
                  <a:schemeClr val="tx1">
                    <a:tint val="75000"/>
                  </a:schemeClr>
                </a:solidFill>
                <a:latin typeface="+mn-lt"/>
                <a:ea typeface="+mn-ea"/>
                <a:cs typeface="+mn-cs"/>
              </a:defRPr>
            </a:lvl6pPr>
            <a:lvl7pPr marL="2057348" indent="0" algn="l" defTabSz="685783" rtl="0" eaLnBrk="1" latinLnBrk="0" hangingPunct="1">
              <a:lnSpc>
                <a:spcPct val="90000"/>
              </a:lnSpc>
              <a:spcBef>
                <a:spcPts val="375"/>
              </a:spcBef>
              <a:buFont typeface="Arial" panose="020B0604020202020204" pitchFamily="34" charset="0"/>
              <a:buNone/>
              <a:defRPr sz="1200" kern="1200">
                <a:solidFill>
                  <a:schemeClr val="tx1">
                    <a:tint val="75000"/>
                  </a:schemeClr>
                </a:solidFill>
                <a:latin typeface="+mn-lt"/>
                <a:ea typeface="+mn-ea"/>
                <a:cs typeface="+mn-cs"/>
              </a:defRPr>
            </a:lvl7pPr>
            <a:lvl8pPr marL="2400240" indent="0" algn="l" defTabSz="685783" rtl="0" eaLnBrk="1" latinLnBrk="0" hangingPunct="1">
              <a:lnSpc>
                <a:spcPct val="90000"/>
              </a:lnSpc>
              <a:spcBef>
                <a:spcPts val="375"/>
              </a:spcBef>
              <a:buFont typeface="Arial" panose="020B0604020202020204" pitchFamily="34" charset="0"/>
              <a:buNone/>
              <a:defRPr sz="1200" kern="1200">
                <a:solidFill>
                  <a:schemeClr val="tx1">
                    <a:tint val="75000"/>
                  </a:schemeClr>
                </a:solidFill>
                <a:latin typeface="+mn-lt"/>
                <a:ea typeface="+mn-ea"/>
                <a:cs typeface="+mn-cs"/>
              </a:defRPr>
            </a:lvl8pPr>
            <a:lvl9pPr marL="2743132" indent="0" algn="l" defTabSz="685783" rtl="0" eaLnBrk="1" latinLnBrk="0" hangingPunct="1">
              <a:lnSpc>
                <a:spcPct val="90000"/>
              </a:lnSpc>
              <a:spcBef>
                <a:spcPts val="375"/>
              </a:spcBef>
              <a:buFont typeface="Arial" panose="020B0604020202020204" pitchFamily="34" charset="0"/>
              <a:buNone/>
              <a:defRPr sz="1200" kern="1200">
                <a:solidFill>
                  <a:schemeClr val="tx1">
                    <a:tint val="75000"/>
                  </a:schemeClr>
                </a:solidFill>
                <a:latin typeface="+mn-lt"/>
                <a:ea typeface="+mn-ea"/>
                <a:cs typeface="+mn-cs"/>
              </a:defRPr>
            </a:lvl9pPr>
          </a:lstStyle>
          <a:p>
            <a:r>
              <a:rPr lang="cs-CZ" dirty="0"/>
              <a:t>Datum obhajoby: 23. 6. 2026</a:t>
            </a:r>
          </a:p>
        </p:txBody>
      </p:sp>
    </p:spTree>
    <p:extLst>
      <p:ext uri="{BB962C8B-B14F-4D97-AF65-F5344CB8AC3E}">
        <p14:creationId xmlns:p14="http://schemas.microsoft.com/office/powerpoint/2010/main" val="37865492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D9884874-F762-BBB2-6344-B465A5824DE1}"/>
              </a:ext>
            </a:extLst>
          </p:cNvPr>
          <p:cNvSpPr>
            <a:spLocks noGrp="1"/>
          </p:cNvSpPr>
          <p:nvPr>
            <p:ph type="title"/>
          </p:nvPr>
        </p:nvSpPr>
        <p:spPr/>
        <p:txBody>
          <a:bodyPr/>
          <a:lstStyle/>
          <a:p>
            <a:r>
              <a:rPr lang="cs-CZ" dirty="0"/>
              <a:t>Téma a struktura prezentace</a:t>
            </a:r>
          </a:p>
        </p:txBody>
      </p:sp>
      <p:sp>
        <p:nvSpPr>
          <p:cNvPr id="3" name="TextBox 2"/>
          <p:cNvSpPr txBox="1"/>
          <p:nvPr/>
        </p:nvSpPr>
        <p:spPr>
          <a:xfrm>
            <a:off x="629107" y="1874519"/>
            <a:ext cx="4572000" cy="320040"/>
          </a:xfrm>
          <a:prstGeom prst="rect">
            <a:avLst/>
          </a:prstGeom>
          <a:noFill/>
          <a:ln>
            <a:noFill/>
          </a:ln>
        </p:spPr>
        <p:txBody>
          <a:bodyPr wrap="square" lIns="73152" rIns="73152" tIns="36576" bIns="36576">
            <a:spAutoFit/>
          </a:bodyPr>
          <a:lstStyle/>
          <a:p>
            <a:pPr algn="l"/>
            <a:r>
              <a:rPr sz="1600" b="1" i="0">
                <a:solidFill>
                  <a:srgbClr val="009881"/>
                </a:solidFill>
              </a:rPr>
              <a:t>Motivace</a:t>
            </a:r>
          </a:p>
        </p:txBody>
      </p:sp>
      <p:sp>
        <p:nvSpPr>
          <p:cNvPr id="4" name="TextBox 3"/>
          <p:cNvSpPr txBox="1"/>
          <p:nvPr/>
        </p:nvSpPr>
        <p:spPr>
          <a:xfrm>
            <a:off x="629107" y="2240280"/>
            <a:ext cx="4572000" cy="1005840"/>
          </a:xfrm>
          <a:prstGeom prst="rect">
            <a:avLst/>
          </a:prstGeom>
          <a:noFill/>
          <a:ln>
            <a:noFill/>
          </a:ln>
        </p:spPr>
        <p:txBody>
          <a:bodyPr wrap="square" lIns="73152" rIns="73152" tIns="36576" bIns="36576">
            <a:spAutoFit/>
          </a:bodyPr>
          <a:lstStyle/>
          <a:p>
            <a:pPr algn="l"/>
            <a:r>
              <a:rPr sz="1600" b="0" i="0">
                <a:solidFill>
                  <a:srgbClr val="4A4A49"/>
                </a:solidFill>
              </a:rPr>
              <a:t>Agenti píšou kód rychleji,</a:t>
            </a:r>
          </a:p>
          <a:p>
            <a:pPr algn="l"/>
            <a:r>
              <a:rPr sz="1600" b="0" i="0">
                <a:solidFill>
                  <a:srgbClr val="4A4A49"/>
                </a:solidFill>
              </a:rPr>
              <a:t>než kontrolujeme, jak ho píšou.</a:t>
            </a:r>
          </a:p>
        </p:txBody>
      </p:sp>
      <p:sp>
        <p:nvSpPr>
          <p:cNvPr id="5" name="TextBox 4"/>
          <p:cNvSpPr txBox="1"/>
          <p:nvPr/>
        </p:nvSpPr>
        <p:spPr>
          <a:xfrm>
            <a:off x="629107" y="3383280"/>
            <a:ext cx="4572000" cy="320040"/>
          </a:xfrm>
          <a:prstGeom prst="rect">
            <a:avLst/>
          </a:prstGeom>
          <a:noFill/>
          <a:ln>
            <a:noFill/>
          </a:ln>
        </p:spPr>
        <p:txBody>
          <a:bodyPr wrap="square" lIns="73152" rIns="73152" tIns="36576" bIns="36576">
            <a:spAutoFit/>
          </a:bodyPr>
          <a:lstStyle/>
          <a:p>
            <a:pPr algn="l"/>
            <a:r>
              <a:rPr sz="1600" b="1" i="0">
                <a:solidFill>
                  <a:srgbClr val="009881"/>
                </a:solidFill>
              </a:rPr>
              <a:t>Téma</a:t>
            </a:r>
          </a:p>
        </p:txBody>
      </p:sp>
      <p:sp>
        <p:nvSpPr>
          <p:cNvPr id="6" name="TextBox 5"/>
          <p:cNvSpPr txBox="1"/>
          <p:nvPr/>
        </p:nvSpPr>
        <p:spPr>
          <a:xfrm>
            <a:off x="629107" y="3749039"/>
            <a:ext cx="4572000" cy="1097280"/>
          </a:xfrm>
          <a:prstGeom prst="rect">
            <a:avLst/>
          </a:prstGeom>
          <a:noFill/>
          <a:ln>
            <a:noFill/>
          </a:ln>
        </p:spPr>
        <p:txBody>
          <a:bodyPr wrap="square" lIns="73152" rIns="73152" tIns="36576" bIns="36576">
            <a:spAutoFit/>
          </a:bodyPr>
          <a:lstStyle/>
          <a:p>
            <a:pPr algn="l"/>
            <a:r>
              <a:rPr sz="1600" b="0" i="0">
                <a:solidFill>
                  <a:srgbClr val="4A4A49"/>
                </a:solidFill>
              </a:rPr>
              <a:t>Jak měřit chování agenta</a:t>
            </a:r>
          </a:p>
          <a:p>
            <a:pPr algn="l"/>
            <a:r>
              <a:rPr sz="1600" b="0" i="0">
                <a:solidFill>
                  <a:srgbClr val="4A4A49"/>
                </a:solidFill>
              </a:rPr>
              <a:t>a podle dat ladit jeho instrukce.</a:t>
            </a:r>
          </a:p>
        </p:txBody>
      </p:sp>
      <p:sp>
        <p:nvSpPr>
          <p:cNvPr id="7" name="TextBox 6"/>
          <p:cNvSpPr txBox="1"/>
          <p:nvPr/>
        </p:nvSpPr>
        <p:spPr>
          <a:xfrm>
            <a:off x="629107" y="5120640"/>
            <a:ext cx="4572000" cy="822960"/>
          </a:xfrm>
          <a:prstGeom prst="rect">
            <a:avLst/>
          </a:prstGeom>
          <a:solidFill>
            <a:srgbClr val="E8E8E8"/>
          </a:solidFill>
          <a:ln>
            <a:noFill/>
          </a:ln>
        </p:spPr>
        <p:txBody>
          <a:bodyPr wrap="square" lIns="73152" rIns="73152" tIns="36576" bIns="36576">
            <a:spAutoFit/>
          </a:bodyPr>
          <a:lstStyle/>
          <a:p>
            <a:pPr algn="ctr"/>
            <a:r>
              <a:rPr sz="2000" b="1" i="0">
                <a:solidFill>
                  <a:srgbClr val="009881"/>
                </a:solidFill>
              </a:rPr>
              <a:t>Měříme agenta, ladíme instrukce.</a:t>
            </a:r>
          </a:p>
        </p:txBody>
      </p:sp>
      <p:sp>
        <p:nvSpPr>
          <p:cNvPr id="8" name="TextBox 7"/>
          <p:cNvSpPr txBox="1"/>
          <p:nvPr/>
        </p:nvSpPr>
        <p:spPr>
          <a:xfrm>
            <a:off x="5475427" y="1874519"/>
            <a:ext cx="2932480" cy="320040"/>
          </a:xfrm>
          <a:prstGeom prst="rect">
            <a:avLst/>
          </a:prstGeom>
          <a:noFill/>
          <a:ln>
            <a:noFill/>
          </a:ln>
        </p:spPr>
        <p:txBody>
          <a:bodyPr wrap="square" lIns="73152" rIns="73152" tIns="36576" bIns="36576">
            <a:spAutoFit/>
          </a:bodyPr>
          <a:lstStyle/>
          <a:p>
            <a:pPr algn="l"/>
            <a:r>
              <a:rPr sz="1600" b="1" i="0">
                <a:solidFill>
                  <a:srgbClr val="009881"/>
                </a:solidFill>
              </a:rPr>
              <a:t>Struktura prezentace</a:t>
            </a:r>
          </a:p>
        </p:txBody>
      </p:sp>
      <p:sp>
        <p:nvSpPr>
          <p:cNvPr id="9" name="TextBox 8"/>
          <p:cNvSpPr txBox="1"/>
          <p:nvPr/>
        </p:nvSpPr>
        <p:spPr>
          <a:xfrm>
            <a:off x="5475427" y="2331720"/>
            <a:ext cx="2932480" cy="411480"/>
          </a:xfrm>
          <a:prstGeom prst="rect">
            <a:avLst/>
          </a:prstGeom>
          <a:noFill/>
          <a:ln>
            <a:noFill/>
          </a:ln>
        </p:spPr>
        <p:txBody>
          <a:bodyPr wrap="square" lIns="73152" rIns="73152" tIns="36576" bIns="36576">
            <a:spAutoFit/>
          </a:bodyPr>
          <a:lstStyle/>
          <a:p>
            <a:pPr algn="l"/>
            <a:r>
              <a:rPr sz="1400" b="0" i="0">
                <a:solidFill>
                  <a:srgbClr val="4A4A49"/>
                </a:solidFill>
              </a:rPr>
              <a:t>1.  Cíle a metodika</a:t>
            </a:r>
          </a:p>
        </p:txBody>
      </p:sp>
      <p:sp>
        <p:nvSpPr>
          <p:cNvPr id="10" name="TextBox 9"/>
          <p:cNvSpPr txBox="1"/>
          <p:nvPr/>
        </p:nvSpPr>
        <p:spPr>
          <a:xfrm>
            <a:off x="5475427" y="2788920"/>
            <a:ext cx="2932480" cy="411480"/>
          </a:xfrm>
          <a:prstGeom prst="rect">
            <a:avLst/>
          </a:prstGeom>
          <a:noFill/>
          <a:ln>
            <a:noFill/>
          </a:ln>
        </p:spPr>
        <p:txBody>
          <a:bodyPr wrap="square" lIns="73152" rIns="73152" tIns="36576" bIns="36576">
            <a:spAutoFit/>
          </a:bodyPr>
          <a:lstStyle/>
          <a:p>
            <a:pPr algn="l"/>
            <a:r>
              <a:rPr sz="1400" b="0" i="0">
                <a:solidFill>
                  <a:srgbClr val="4A4A49"/>
                </a:solidFill>
              </a:rPr>
              <a:t>2.  Stav poznání</a:t>
            </a:r>
          </a:p>
        </p:txBody>
      </p:sp>
      <p:sp>
        <p:nvSpPr>
          <p:cNvPr id="11" name="TextBox 10"/>
          <p:cNvSpPr txBox="1"/>
          <p:nvPr/>
        </p:nvSpPr>
        <p:spPr>
          <a:xfrm>
            <a:off x="5475427" y="3246120"/>
            <a:ext cx="2932480" cy="411480"/>
          </a:xfrm>
          <a:prstGeom prst="rect">
            <a:avLst/>
          </a:prstGeom>
          <a:noFill/>
          <a:ln>
            <a:noFill/>
          </a:ln>
        </p:spPr>
        <p:txBody>
          <a:bodyPr wrap="square" lIns="73152" rIns="73152" tIns="36576" bIns="36576">
            <a:spAutoFit/>
          </a:bodyPr>
          <a:lstStyle/>
          <a:p>
            <a:pPr algn="l"/>
            <a:r>
              <a:rPr sz="1400" b="0" i="0">
                <a:solidFill>
                  <a:srgbClr val="4A4A49"/>
                </a:solidFill>
              </a:rPr>
              <a:t>3.  Sada metrik (cíl 1)</a:t>
            </a:r>
          </a:p>
        </p:txBody>
      </p:sp>
      <p:sp>
        <p:nvSpPr>
          <p:cNvPr id="12" name="TextBox 11"/>
          <p:cNvSpPr txBox="1"/>
          <p:nvPr/>
        </p:nvSpPr>
        <p:spPr>
          <a:xfrm>
            <a:off x="5475427" y="3703320"/>
            <a:ext cx="2932480" cy="411480"/>
          </a:xfrm>
          <a:prstGeom prst="rect">
            <a:avLst/>
          </a:prstGeom>
          <a:noFill/>
          <a:ln>
            <a:noFill/>
          </a:ln>
        </p:spPr>
        <p:txBody>
          <a:bodyPr wrap="square" lIns="73152" rIns="73152" tIns="36576" bIns="36576">
            <a:spAutoFit/>
          </a:bodyPr>
          <a:lstStyle/>
          <a:p>
            <a:pPr algn="l"/>
            <a:r>
              <a:rPr sz="1400" b="0" i="0">
                <a:solidFill>
                  <a:srgbClr val="4A4A49"/>
                </a:solidFill>
              </a:rPr>
              <a:t>4.  Iterativní ladění (cíl 2)</a:t>
            </a:r>
          </a:p>
        </p:txBody>
      </p:sp>
      <p:sp>
        <p:nvSpPr>
          <p:cNvPr id="13" name="TextBox 12"/>
          <p:cNvSpPr txBox="1"/>
          <p:nvPr/>
        </p:nvSpPr>
        <p:spPr>
          <a:xfrm>
            <a:off x="5475427" y="4160520"/>
            <a:ext cx="2932480" cy="411480"/>
          </a:xfrm>
          <a:prstGeom prst="rect">
            <a:avLst/>
          </a:prstGeom>
          <a:noFill/>
          <a:ln>
            <a:noFill/>
          </a:ln>
        </p:spPr>
        <p:txBody>
          <a:bodyPr wrap="square" lIns="73152" rIns="73152" tIns="36576" bIns="36576">
            <a:spAutoFit/>
          </a:bodyPr>
          <a:lstStyle/>
          <a:p>
            <a:pPr algn="l"/>
            <a:r>
              <a:rPr sz="1400" b="0" i="0">
                <a:solidFill>
                  <a:srgbClr val="4A4A49"/>
                </a:solidFill>
              </a:rPr>
              <a:t>5.  Ablace složek (cíl 3)</a:t>
            </a:r>
          </a:p>
        </p:txBody>
      </p:sp>
      <p:sp>
        <p:nvSpPr>
          <p:cNvPr id="14" name="TextBox 13"/>
          <p:cNvSpPr txBox="1"/>
          <p:nvPr/>
        </p:nvSpPr>
        <p:spPr>
          <a:xfrm>
            <a:off x="5475427" y="4617720"/>
            <a:ext cx="2932480" cy="411480"/>
          </a:xfrm>
          <a:prstGeom prst="rect">
            <a:avLst/>
          </a:prstGeom>
          <a:noFill/>
          <a:ln>
            <a:noFill/>
          </a:ln>
        </p:spPr>
        <p:txBody>
          <a:bodyPr wrap="square" lIns="73152" rIns="73152" tIns="36576" bIns="36576">
            <a:spAutoFit/>
          </a:bodyPr>
          <a:lstStyle/>
          <a:p>
            <a:pPr algn="l"/>
            <a:r>
              <a:rPr sz="1400" b="0" i="0">
                <a:solidFill>
                  <a:srgbClr val="4A4A49"/>
                </a:solidFill>
              </a:rPr>
              <a:t>6.  Závěr a přínos</a:t>
            </a:r>
          </a:p>
        </p:txBody>
      </p:sp>
    </p:spTree>
    <p:extLst>
      <p:ext uri="{BB962C8B-B14F-4D97-AF65-F5344CB8AC3E}">
        <p14:creationId xmlns:p14="http://schemas.microsoft.com/office/powerpoint/2010/main" val="18738792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D9884874-F762-BBB2-6344-B465A5824DE1}"/>
              </a:ext>
            </a:extLst>
          </p:cNvPr>
          <p:cNvSpPr>
            <a:spLocks noGrp="1"/>
          </p:cNvSpPr>
          <p:nvPr>
            <p:ph type="title"/>
          </p:nvPr>
        </p:nvSpPr>
        <p:spPr/>
        <p:txBody>
          <a:bodyPr/>
          <a:lstStyle/>
          <a:p>
            <a:r>
              <a:rPr lang="cs-CZ" dirty="0"/>
              <a:t>Cíle a metodika práce</a:t>
            </a:r>
          </a:p>
        </p:txBody>
      </p:sp>
      <p:sp>
        <p:nvSpPr>
          <p:cNvPr id="3" name="TextBox 2"/>
          <p:cNvSpPr txBox="1"/>
          <p:nvPr/>
        </p:nvSpPr>
        <p:spPr>
          <a:xfrm>
            <a:off x="629107" y="1874519"/>
            <a:ext cx="7779715" cy="320040"/>
          </a:xfrm>
          <a:prstGeom prst="rect">
            <a:avLst/>
          </a:prstGeom>
          <a:noFill/>
          <a:ln>
            <a:noFill/>
          </a:ln>
        </p:spPr>
        <p:txBody>
          <a:bodyPr wrap="square" lIns="73152" rIns="73152" tIns="36576" bIns="36576">
            <a:spAutoFit/>
          </a:bodyPr>
          <a:lstStyle/>
          <a:p>
            <a:pPr algn="l"/>
            <a:r>
              <a:rPr sz="1600" b="1" i="0">
                <a:solidFill>
                  <a:srgbClr val="009881"/>
                </a:solidFill>
              </a:rPr>
              <a:t>Cíle</a:t>
            </a:r>
          </a:p>
        </p:txBody>
      </p:sp>
      <p:sp>
        <p:nvSpPr>
          <p:cNvPr id="4" name="TextBox 3"/>
          <p:cNvSpPr txBox="1"/>
          <p:nvPr/>
        </p:nvSpPr>
        <p:spPr>
          <a:xfrm>
            <a:off x="629107" y="2240280"/>
            <a:ext cx="7779715" cy="365760"/>
          </a:xfrm>
          <a:prstGeom prst="rect">
            <a:avLst/>
          </a:prstGeom>
          <a:noFill/>
          <a:ln>
            <a:noFill/>
          </a:ln>
        </p:spPr>
        <p:txBody>
          <a:bodyPr wrap="square" lIns="73152" rIns="73152" tIns="36576" bIns="36576">
            <a:spAutoFit/>
          </a:bodyPr>
          <a:lstStyle/>
          <a:p>
            <a:pPr algn="l"/>
            <a:r>
              <a:rPr sz="1400" b="0" i="0">
                <a:solidFill>
                  <a:srgbClr val="4A4A49"/>
                </a:solidFill>
              </a:rPr>
              <a:t>1.  Navrhnout sadu metrik pokrývající proces, produkt a zdroje.</a:t>
            </a:r>
          </a:p>
        </p:txBody>
      </p:sp>
      <p:sp>
        <p:nvSpPr>
          <p:cNvPr id="5" name="TextBox 4"/>
          <p:cNvSpPr txBox="1"/>
          <p:nvPr/>
        </p:nvSpPr>
        <p:spPr>
          <a:xfrm>
            <a:off x="629107" y="2651760"/>
            <a:ext cx="7779715" cy="365760"/>
          </a:xfrm>
          <a:prstGeom prst="rect">
            <a:avLst/>
          </a:prstGeom>
          <a:noFill/>
          <a:ln>
            <a:noFill/>
          </a:ln>
        </p:spPr>
        <p:txBody>
          <a:bodyPr wrap="square" lIns="73152" rIns="73152" tIns="36576" bIns="36576">
            <a:spAutoFit/>
          </a:bodyPr>
          <a:lstStyle/>
          <a:p>
            <a:pPr algn="l"/>
            <a:r>
              <a:rPr sz="1400" b="0" i="0">
                <a:solidFill>
                  <a:srgbClr val="4A4A49"/>
                </a:solidFill>
              </a:rPr>
              <a:t>2.  Ověřit proveditelnost iterativního ladění instrukcí podle těchto metrik.</a:t>
            </a:r>
          </a:p>
        </p:txBody>
      </p:sp>
      <p:sp>
        <p:nvSpPr>
          <p:cNvPr id="6" name="TextBox 5"/>
          <p:cNvSpPr txBox="1"/>
          <p:nvPr/>
        </p:nvSpPr>
        <p:spPr>
          <a:xfrm>
            <a:off x="629107" y="3063240"/>
            <a:ext cx="7779715" cy="365760"/>
          </a:xfrm>
          <a:prstGeom prst="rect">
            <a:avLst/>
          </a:prstGeom>
          <a:noFill/>
          <a:ln>
            <a:noFill/>
          </a:ln>
        </p:spPr>
        <p:txBody>
          <a:bodyPr wrap="square" lIns="73152" rIns="73152" tIns="36576" bIns="36576">
            <a:spAutoFit/>
          </a:bodyPr>
          <a:lstStyle/>
          <a:p>
            <a:pPr algn="l"/>
            <a:r>
              <a:rPr sz="1400" b="0" i="0">
                <a:solidFill>
                  <a:srgbClr val="4A4A49"/>
                </a:solidFill>
              </a:rPr>
              <a:t>3.  Ablacemi prozkoumat, které složky instrukcí přispívají a které jsou redundantní.</a:t>
            </a:r>
          </a:p>
        </p:txBody>
      </p:sp>
      <p:sp>
        <p:nvSpPr>
          <p:cNvPr id="7" name="TextBox 6"/>
          <p:cNvSpPr txBox="1"/>
          <p:nvPr/>
        </p:nvSpPr>
        <p:spPr>
          <a:xfrm>
            <a:off x="629107" y="3794760"/>
            <a:ext cx="7779715" cy="320040"/>
          </a:xfrm>
          <a:prstGeom prst="rect">
            <a:avLst/>
          </a:prstGeom>
          <a:noFill/>
          <a:ln>
            <a:noFill/>
          </a:ln>
        </p:spPr>
        <p:txBody>
          <a:bodyPr wrap="square" lIns="73152" rIns="73152" tIns="36576" bIns="36576">
            <a:spAutoFit/>
          </a:bodyPr>
          <a:lstStyle/>
          <a:p>
            <a:pPr algn="l"/>
            <a:r>
              <a:rPr sz="1600" b="1" i="0">
                <a:solidFill>
                  <a:srgbClr val="009881"/>
                </a:solidFill>
              </a:rPr>
              <a:t>Metodika</a:t>
            </a:r>
          </a:p>
        </p:txBody>
      </p:sp>
      <p:sp>
        <p:nvSpPr>
          <p:cNvPr id="8" name="TextBox 7"/>
          <p:cNvSpPr txBox="1"/>
          <p:nvPr/>
        </p:nvSpPr>
        <p:spPr>
          <a:xfrm>
            <a:off x="629107" y="4206240"/>
            <a:ext cx="1005840" cy="320040"/>
          </a:xfrm>
          <a:prstGeom prst="rect">
            <a:avLst/>
          </a:prstGeom>
          <a:noFill/>
          <a:ln>
            <a:noFill/>
          </a:ln>
        </p:spPr>
        <p:txBody>
          <a:bodyPr wrap="square" lIns="73152" rIns="73152" tIns="36576" bIns="36576">
            <a:spAutoFit/>
          </a:bodyPr>
          <a:lstStyle/>
          <a:p>
            <a:pPr algn="l"/>
            <a:r>
              <a:rPr sz="1300" b="1" i="0">
                <a:solidFill>
                  <a:srgbClr val="4A4A49"/>
                </a:solidFill>
              </a:rPr>
              <a:t>Rámec:</a:t>
            </a:r>
          </a:p>
        </p:txBody>
      </p:sp>
      <p:sp>
        <p:nvSpPr>
          <p:cNvPr id="9" name="TextBox 8"/>
          <p:cNvSpPr txBox="1"/>
          <p:nvPr/>
        </p:nvSpPr>
        <p:spPr>
          <a:xfrm>
            <a:off x="1634947" y="4206240"/>
            <a:ext cx="6773875" cy="320040"/>
          </a:xfrm>
          <a:prstGeom prst="rect">
            <a:avLst/>
          </a:prstGeom>
          <a:noFill/>
          <a:ln>
            <a:noFill/>
          </a:ln>
        </p:spPr>
        <p:txBody>
          <a:bodyPr wrap="square" lIns="73152" rIns="73152" tIns="36576" bIns="36576">
            <a:spAutoFit/>
          </a:bodyPr>
          <a:lstStyle/>
          <a:p>
            <a:pPr algn="l"/>
            <a:r>
              <a:rPr sz="1300" b="0" i="0">
                <a:solidFill>
                  <a:srgbClr val="4A4A49"/>
                </a:solidFill>
              </a:rPr>
              <a:t>Případová studie (Yin), systém upomínek faktur</a:t>
            </a:r>
          </a:p>
        </p:txBody>
      </p:sp>
      <p:sp>
        <p:nvSpPr>
          <p:cNvPr id="10" name="TextBox 9"/>
          <p:cNvSpPr txBox="1"/>
          <p:nvPr/>
        </p:nvSpPr>
        <p:spPr>
          <a:xfrm>
            <a:off x="629107" y="4572000"/>
            <a:ext cx="1005840" cy="320040"/>
          </a:xfrm>
          <a:prstGeom prst="rect">
            <a:avLst/>
          </a:prstGeom>
          <a:noFill/>
          <a:ln>
            <a:noFill/>
          </a:ln>
        </p:spPr>
        <p:txBody>
          <a:bodyPr wrap="square" lIns="73152" rIns="73152" tIns="36576" bIns="36576">
            <a:spAutoFit/>
          </a:bodyPr>
          <a:lstStyle/>
          <a:p>
            <a:pPr algn="l"/>
            <a:r>
              <a:rPr sz="1300" b="1" i="0">
                <a:solidFill>
                  <a:srgbClr val="4A4A49"/>
                </a:solidFill>
              </a:rPr>
              <a:t>Postup:</a:t>
            </a:r>
          </a:p>
        </p:txBody>
      </p:sp>
      <p:sp>
        <p:nvSpPr>
          <p:cNvPr id="11" name="TextBox 10"/>
          <p:cNvSpPr txBox="1"/>
          <p:nvPr/>
        </p:nvSpPr>
        <p:spPr>
          <a:xfrm>
            <a:off x="1634947" y="4572000"/>
            <a:ext cx="6773875" cy="320040"/>
          </a:xfrm>
          <a:prstGeom prst="rect">
            <a:avLst/>
          </a:prstGeom>
          <a:noFill/>
          <a:ln>
            <a:noFill/>
          </a:ln>
        </p:spPr>
        <p:txBody>
          <a:bodyPr wrap="square" lIns="73152" rIns="73152" tIns="36576" bIns="36576">
            <a:spAutoFit/>
          </a:bodyPr>
          <a:lstStyle/>
          <a:p>
            <a:pPr algn="l"/>
            <a:r>
              <a:rPr sz="1300" b="0" i="0">
                <a:solidFill>
                  <a:srgbClr val="4A4A49"/>
                </a:solidFill>
              </a:rPr>
              <a:t>5 pilotních iterací r1–r5 (cíl 2)</a:t>
            </a:r>
          </a:p>
        </p:txBody>
      </p:sp>
      <p:sp>
        <p:nvSpPr>
          <p:cNvPr id="12" name="TextBox 11"/>
          <p:cNvSpPr txBox="1"/>
          <p:nvPr/>
        </p:nvSpPr>
        <p:spPr>
          <a:xfrm>
            <a:off x="1634947" y="4892040"/>
            <a:ext cx="6773875" cy="320040"/>
          </a:xfrm>
          <a:prstGeom prst="rect">
            <a:avLst/>
          </a:prstGeom>
          <a:noFill/>
          <a:ln>
            <a:noFill/>
          </a:ln>
        </p:spPr>
        <p:txBody>
          <a:bodyPr wrap="square" lIns="73152" rIns="73152" tIns="36576" bIns="36576">
            <a:spAutoFit/>
          </a:bodyPr>
          <a:lstStyle/>
          <a:p>
            <a:pPr algn="l"/>
            <a:r>
              <a:rPr sz="1300" b="0" i="0">
                <a:solidFill>
                  <a:srgbClr val="4A4A49"/>
                </a:solidFill>
              </a:rPr>
              <a:t>+ 2 ablační varianty × 2 běhy (cíl 3)</a:t>
            </a:r>
          </a:p>
        </p:txBody>
      </p:sp>
      <p:sp>
        <p:nvSpPr>
          <p:cNvPr id="13" name="TextBox 12"/>
          <p:cNvSpPr txBox="1"/>
          <p:nvPr/>
        </p:nvSpPr>
        <p:spPr>
          <a:xfrm>
            <a:off x="629107" y="5257800"/>
            <a:ext cx="1005840" cy="320040"/>
          </a:xfrm>
          <a:prstGeom prst="rect">
            <a:avLst/>
          </a:prstGeom>
          <a:noFill/>
          <a:ln>
            <a:noFill/>
          </a:ln>
        </p:spPr>
        <p:txBody>
          <a:bodyPr wrap="square" lIns="73152" rIns="73152" tIns="36576" bIns="36576">
            <a:spAutoFit/>
          </a:bodyPr>
          <a:lstStyle/>
          <a:p>
            <a:pPr algn="l"/>
            <a:r>
              <a:rPr sz="1300" b="1" i="0">
                <a:solidFill>
                  <a:srgbClr val="4A4A49"/>
                </a:solidFill>
              </a:rPr>
              <a:t>Měření:</a:t>
            </a:r>
          </a:p>
        </p:txBody>
      </p:sp>
      <p:sp>
        <p:nvSpPr>
          <p:cNvPr id="14" name="TextBox 13"/>
          <p:cNvSpPr txBox="1"/>
          <p:nvPr/>
        </p:nvSpPr>
        <p:spPr>
          <a:xfrm>
            <a:off x="1634947" y="5257800"/>
            <a:ext cx="6773875" cy="320040"/>
          </a:xfrm>
          <a:prstGeom prst="rect">
            <a:avLst/>
          </a:prstGeom>
          <a:noFill/>
          <a:ln>
            <a:noFill/>
          </a:ln>
        </p:spPr>
        <p:txBody>
          <a:bodyPr wrap="square" lIns="73152" rIns="73152" tIns="36576" bIns="36576">
            <a:spAutoFit/>
          </a:bodyPr>
          <a:lstStyle/>
          <a:p>
            <a:pPr algn="l"/>
            <a:r>
              <a:rPr sz="1300" b="0" i="0">
                <a:solidFill>
                  <a:srgbClr val="4A4A49"/>
                </a:solidFill>
              </a:rPr>
              <a:t>sada metrik napříč procesem, produktem a zdroji</a:t>
            </a:r>
          </a:p>
        </p:txBody>
      </p:sp>
    </p:spTree>
    <p:extLst>
      <p:ext uri="{BB962C8B-B14F-4D97-AF65-F5344CB8AC3E}">
        <p14:creationId xmlns:p14="http://schemas.microsoft.com/office/powerpoint/2010/main" val="28197176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D9884874-F762-BBB2-6344-B465A5824DE1}"/>
              </a:ext>
            </a:extLst>
          </p:cNvPr>
          <p:cNvSpPr>
            <a:spLocks noGrp="1"/>
          </p:cNvSpPr>
          <p:nvPr>
            <p:ph type="title"/>
          </p:nvPr>
        </p:nvSpPr>
        <p:spPr/>
        <p:txBody>
          <a:bodyPr/>
          <a:lstStyle/>
          <a:p>
            <a:r>
              <a:rPr lang="cs-CZ" dirty="0"/>
              <a:t>Co se zatím měřilo a co chybí</a:t>
            </a:r>
          </a:p>
        </p:txBody>
      </p:sp>
      <p:sp>
        <p:nvSpPr>
          <p:cNvPr id="3" name="TextBox 2"/>
          <p:cNvSpPr txBox="1"/>
          <p:nvPr/>
        </p:nvSpPr>
        <p:spPr>
          <a:xfrm>
            <a:off x="629107" y="1874519"/>
            <a:ext cx="7779715" cy="320040"/>
          </a:xfrm>
          <a:prstGeom prst="rect">
            <a:avLst/>
          </a:prstGeom>
          <a:noFill/>
          <a:ln>
            <a:noFill/>
          </a:ln>
        </p:spPr>
        <p:txBody>
          <a:bodyPr wrap="square" lIns="73152" rIns="73152" tIns="36576" bIns="36576">
            <a:spAutoFit/>
          </a:bodyPr>
          <a:lstStyle/>
          <a:p>
            <a:pPr algn="l"/>
            <a:r>
              <a:rPr sz="1600" b="1" i="0">
                <a:solidFill>
                  <a:srgbClr val="009881"/>
                </a:solidFill>
              </a:rPr>
              <a:t>Existující výzkum</a:t>
            </a:r>
          </a:p>
        </p:txBody>
      </p:sp>
      <p:sp>
        <p:nvSpPr>
          <p:cNvPr id="4" name="TextBox 3"/>
          <p:cNvSpPr txBox="1"/>
          <p:nvPr/>
        </p:nvSpPr>
        <p:spPr>
          <a:xfrm>
            <a:off x="629107" y="2286000"/>
            <a:ext cx="7779715" cy="594360"/>
          </a:xfrm>
          <a:prstGeom prst="rect">
            <a:avLst/>
          </a:prstGeom>
          <a:noFill/>
          <a:ln>
            <a:noFill/>
          </a:ln>
        </p:spPr>
        <p:txBody>
          <a:bodyPr wrap="square" lIns="73152" rIns="73152" tIns="36576" bIns="36576">
            <a:spAutoFit/>
          </a:bodyPr>
          <a:lstStyle/>
          <a:p>
            <a:pPr algn="l"/>
            <a:r>
              <a:rPr sz="1400" b="0" i="0">
                <a:solidFill>
                  <a:srgbClr val="4A4A49"/>
                </a:solidFill>
              </a:rPr>
              <a:t>Tři studie shodně dokládají, že binární průchod testů nestačí: polovina prošlých změn by neprošla code review (METR 2026, Li 2026, Ehsani 2026).</a:t>
            </a:r>
          </a:p>
        </p:txBody>
      </p:sp>
      <p:sp>
        <p:nvSpPr>
          <p:cNvPr id="5" name="TextBox 4"/>
          <p:cNvSpPr txBox="1"/>
          <p:nvPr/>
        </p:nvSpPr>
        <p:spPr>
          <a:xfrm>
            <a:off x="629107" y="2926080"/>
            <a:ext cx="7779715" cy="868680"/>
          </a:xfrm>
          <a:prstGeom prst="rect">
            <a:avLst/>
          </a:prstGeom>
          <a:noFill/>
          <a:ln>
            <a:noFill/>
          </a:ln>
        </p:spPr>
        <p:txBody>
          <a:bodyPr wrap="square" lIns="73152" rIns="73152" tIns="36576" bIns="36576">
            <a:spAutoFit/>
          </a:bodyPr>
          <a:lstStyle/>
          <a:p>
            <a:pPr algn="l"/>
            <a:r>
              <a:rPr sz="1400" b="0" i="0">
                <a:solidFill>
                  <a:srgbClr val="4A4A49"/>
                </a:solidFill>
              </a:rPr>
              <a:t>Funkční benchmarky (SWE-bench, Terminal-bench, HumanEval) měří binární průchod; novější vlna rozšiřuje na proces a tokeny (Yin et al. 2025), strukturální kvalita kódu zůstává mimo.</a:t>
            </a:r>
          </a:p>
        </p:txBody>
      </p:sp>
      <p:sp>
        <p:nvSpPr>
          <p:cNvPr id="6" name="TextBox 5"/>
          <p:cNvSpPr txBox="1"/>
          <p:nvPr/>
        </p:nvSpPr>
        <p:spPr>
          <a:xfrm>
            <a:off x="629107" y="3840480"/>
            <a:ext cx="7779715" cy="594360"/>
          </a:xfrm>
          <a:prstGeom prst="rect">
            <a:avLst/>
          </a:prstGeom>
          <a:noFill/>
          <a:ln>
            <a:noFill/>
          </a:ln>
        </p:spPr>
        <p:txBody>
          <a:bodyPr wrap="square" lIns="73152" rIns="73152" tIns="36576" bIns="36576">
            <a:spAutoFit/>
          </a:bodyPr>
          <a:lstStyle/>
          <a:p>
            <a:pPr algn="l"/>
            <a:r>
              <a:rPr sz="1400" b="0" i="0">
                <a:solidFill>
                  <a:srgbClr val="4A4A49"/>
                </a:solidFill>
              </a:rPr>
              <a:t>Studie souborů s instrukcemi měří soubor jako celek (Lulla 2026: −28 % runtime; Gloaguen 2026: marginální přínos).</a:t>
            </a:r>
          </a:p>
        </p:txBody>
      </p:sp>
      <p:sp>
        <p:nvSpPr>
          <p:cNvPr id="7" name="TextBox 6"/>
          <p:cNvSpPr txBox="1"/>
          <p:nvPr/>
        </p:nvSpPr>
        <p:spPr>
          <a:xfrm>
            <a:off x="629107" y="4617720"/>
            <a:ext cx="7779715" cy="320040"/>
          </a:xfrm>
          <a:prstGeom prst="rect">
            <a:avLst/>
          </a:prstGeom>
          <a:noFill/>
          <a:ln>
            <a:noFill/>
          </a:ln>
        </p:spPr>
        <p:txBody>
          <a:bodyPr wrap="square" lIns="73152" rIns="73152" tIns="36576" bIns="36576">
            <a:spAutoFit/>
          </a:bodyPr>
          <a:lstStyle/>
          <a:p>
            <a:pPr algn="l"/>
            <a:r>
              <a:rPr sz="1600" b="1" i="0">
                <a:solidFill>
                  <a:srgbClr val="009881"/>
                </a:solidFill>
              </a:rPr>
              <a:t>Mezera</a:t>
            </a:r>
          </a:p>
        </p:txBody>
      </p:sp>
      <p:sp>
        <p:nvSpPr>
          <p:cNvPr id="8" name="TextBox 7"/>
          <p:cNvSpPr txBox="1"/>
          <p:nvPr/>
        </p:nvSpPr>
        <p:spPr>
          <a:xfrm>
            <a:off x="629107" y="5029200"/>
            <a:ext cx="7779715" cy="365760"/>
          </a:xfrm>
          <a:prstGeom prst="rect">
            <a:avLst/>
          </a:prstGeom>
          <a:noFill/>
          <a:ln>
            <a:noFill/>
          </a:ln>
        </p:spPr>
        <p:txBody>
          <a:bodyPr wrap="square" lIns="73152" rIns="73152" tIns="36576" bIns="36576">
            <a:spAutoFit/>
          </a:bodyPr>
          <a:lstStyle/>
          <a:p>
            <a:pPr algn="l"/>
            <a:r>
              <a:rPr sz="1400" b="0" i="0">
                <a:solidFill>
                  <a:srgbClr val="4A4A49"/>
                </a:solidFill>
              </a:rPr>
              <a:t>Holistický pohled napříč procesem, produktem a zdroji současně.</a:t>
            </a:r>
          </a:p>
        </p:txBody>
      </p:sp>
      <p:sp>
        <p:nvSpPr>
          <p:cNvPr id="9" name="TextBox 8"/>
          <p:cNvSpPr txBox="1"/>
          <p:nvPr/>
        </p:nvSpPr>
        <p:spPr>
          <a:xfrm>
            <a:off x="629107" y="5440680"/>
            <a:ext cx="7779715" cy="365760"/>
          </a:xfrm>
          <a:prstGeom prst="rect">
            <a:avLst/>
          </a:prstGeom>
          <a:noFill/>
          <a:ln>
            <a:noFill/>
          </a:ln>
        </p:spPr>
        <p:txBody>
          <a:bodyPr wrap="square" lIns="73152" rIns="73152" tIns="36576" bIns="36576">
            <a:spAutoFit/>
          </a:bodyPr>
          <a:lstStyle/>
          <a:p>
            <a:pPr algn="l"/>
            <a:r>
              <a:rPr sz="1400" b="0" i="0">
                <a:solidFill>
                  <a:srgbClr val="4A4A49"/>
                </a:solidFill>
              </a:rPr>
              <a:t>Izolace složek instrukcí, ne soubor jako blackbox.</a:t>
            </a:r>
          </a:p>
        </p:txBody>
      </p:sp>
    </p:spTree>
    <p:extLst>
      <p:ext uri="{BB962C8B-B14F-4D97-AF65-F5344CB8AC3E}">
        <p14:creationId xmlns:p14="http://schemas.microsoft.com/office/powerpoint/2010/main" val="40505787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Nadpis 5">
            <a:extLst>
              <a:ext uri="{FF2B5EF4-FFF2-40B4-BE49-F238E27FC236}">
                <a16:creationId xmlns:a16="http://schemas.microsoft.com/office/drawing/2014/main" id="{FB7216AC-D64E-46AC-BDC6-EF293D050F03}"/>
              </a:ext>
            </a:extLst>
          </p:cNvPr>
          <p:cNvSpPr>
            <a:spLocks noGrp="1"/>
          </p:cNvSpPr>
          <p:nvPr>
            <p:ph type="title"/>
          </p:nvPr>
        </p:nvSpPr>
        <p:spPr/>
        <p:txBody>
          <a:bodyPr>
            <a:normAutofit/>
          </a:bodyPr>
          <a:lstStyle/>
          <a:p>
            <a:r>
              <a:rPr lang="cs-CZ" dirty="0"/>
              <a:t>Vzorec: pravidlo → příkaz → verifikační krok</a:t>
            </a:r>
          </a:p>
        </p:txBody>
      </p:sp>
      <p:sp>
        <p:nvSpPr>
          <p:cNvPr id="7" name="TextBox 6"/>
          <p:cNvSpPr txBox="1"/>
          <p:nvPr/>
        </p:nvSpPr>
        <p:spPr>
          <a:xfrm>
            <a:off x="629107" y="1828800"/>
            <a:ext cx="7779715" cy="274320"/>
          </a:xfrm>
          <a:prstGeom prst="rect">
            <a:avLst/>
          </a:prstGeom>
          <a:noFill/>
          <a:ln>
            <a:noFill/>
          </a:ln>
        </p:spPr>
        <p:txBody>
          <a:bodyPr wrap="square" lIns="73152" rIns="73152" tIns="36576" bIns="36576">
            <a:spAutoFit/>
          </a:bodyPr>
          <a:lstStyle/>
          <a:p>
            <a:pPr algn="l"/>
            <a:r>
              <a:rPr sz="1200" b="0" i="1">
                <a:solidFill>
                  <a:srgbClr val="4A4A49"/>
                </a:solidFill>
              </a:rPr>
              <a:t>Cíl 2: iterativní postup</a:t>
            </a:r>
          </a:p>
        </p:txBody>
      </p:sp>
      <p:pic>
        <p:nvPicPr>
          <p:cNvPr id="8" name="Picture 7" descr="operacionalizace-1.png"/>
          <p:cNvPicPr>
            <a:picLocks noChangeAspect="1"/>
          </p:cNvPicPr>
          <p:nvPr/>
        </p:nvPicPr>
        <p:blipFill>
          <a:blip r:embed="rId2"/>
          <a:stretch>
            <a:fillRect/>
          </a:stretch>
        </p:blipFill>
        <p:spPr>
          <a:xfrm>
            <a:off x="1143000" y="2468880"/>
            <a:ext cx="6858000" cy="3968446"/>
          </a:xfrm>
          <a:prstGeom prst="rect">
            <a:avLst/>
          </a:prstGeom>
        </p:spPr>
      </p:pic>
    </p:spTree>
    <p:extLst>
      <p:ext uri="{BB962C8B-B14F-4D97-AF65-F5344CB8AC3E}">
        <p14:creationId xmlns:p14="http://schemas.microsoft.com/office/powerpoint/2010/main" val="17878022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Nadpis 5">
            <a:extLst>
              <a:ext uri="{FF2B5EF4-FFF2-40B4-BE49-F238E27FC236}">
                <a16:creationId xmlns:a16="http://schemas.microsoft.com/office/drawing/2014/main" id="{FB7216AC-D64E-46AC-BDC6-EF293D050F03}"/>
              </a:ext>
            </a:extLst>
          </p:cNvPr>
          <p:cNvSpPr>
            <a:spLocks noGrp="1"/>
          </p:cNvSpPr>
          <p:nvPr>
            <p:ph type="title"/>
          </p:nvPr>
        </p:nvSpPr>
        <p:spPr/>
        <p:txBody>
          <a:bodyPr>
            <a:normAutofit/>
          </a:bodyPr>
          <a:lstStyle/>
          <a:p>
            <a:r>
              <a:rPr lang="cs-CZ" dirty="0"/>
              <a:t>Závěr</a:t>
            </a:r>
          </a:p>
        </p:txBody>
      </p:sp>
      <p:sp>
        <p:nvSpPr>
          <p:cNvPr id="7" name="TextBox 6"/>
          <p:cNvSpPr txBox="1"/>
          <p:nvPr/>
        </p:nvSpPr>
        <p:spPr>
          <a:xfrm>
            <a:off x="629107" y="2103120"/>
            <a:ext cx="3798417" cy="365760"/>
          </a:xfrm>
          <a:prstGeom prst="rect">
            <a:avLst/>
          </a:prstGeom>
          <a:noFill/>
          <a:ln>
            <a:noFill/>
          </a:ln>
        </p:spPr>
        <p:txBody>
          <a:bodyPr wrap="square" lIns="73152" rIns="73152" tIns="36576" bIns="36576">
            <a:spAutoFit/>
          </a:bodyPr>
          <a:lstStyle/>
          <a:p>
            <a:pPr algn="l"/>
            <a:r>
              <a:rPr sz="1800" b="1" i="0">
                <a:solidFill>
                  <a:srgbClr val="009881"/>
                </a:solidFill>
              </a:rPr>
              <a:t>Přínos</a:t>
            </a:r>
          </a:p>
        </p:txBody>
      </p:sp>
      <p:sp>
        <p:nvSpPr>
          <p:cNvPr id="8" name="TextBox 7"/>
          <p:cNvSpPr txBox="1"/>
          <p:nvPr/>
        </p:nvSpPr>
        <p:spPr>
          <a:xfrm>
            <a:off x="4610404" y="2103120"/>
            <a:ext cx="3798417" cy="365760"/>
          </a:xfrm>
          <a:prstGeom prst="rect">
            <a:avLst/>
          </a:prstGeom>
          <a:noFill/>
          <a:ln>
            <a:noFill/>
          </a:ln>
        </p:spPr>
        <p:txBody>
          <a:bodyPr wrap="square" lIns="73152" rIns="73152" tIns="36576" bIns="36576">
            <a:spAutoFit/>
          </a:bodyPr>
          <a:lstStyle/>
          <a:p>
            <a:pPr algn="l"/>
            <a:r>
              <a:rPr sz="1800" b="1" i="0">
                <a:solidFill>
                  <a:srgbClr val="C0392B"/>
                </a:solidFill>
              </a:rPr>
              <a:t>Limity</a:t>
            </a:r>
          </a:p>
        </p:txBody>
      </p:sp>
      <p:sp>
        <p:nvSpPr>
          <p:cNvPr id="9" name="TextBox 8"/>
          <p:cNvSpPr txBox="1"/>
          <p:nvPr/>
        </p:nvSpPr>
        <p:spPr>
          <a:xfrm>
            <a:off x="629107" y="2697480"/>
            <a:ext cx="3798417" cy="868680"/>
          </a:xfrm>
          <a:prstGeom prst="rect">
            <a:avLst/>
          </a:prstGeom>
          <a:noFill/>
          <a:ln>
            <a:noFill/>
          </a:ln>
        </p:spPr>
        <p:txBody>
          <a:bodyPr wrap="square" lIns="73152" rIns="73152" tIns="36576" bIns="36576">
            <a:spAutoFit/>
          </a:bodyPr>
          <a:lstStyle/>
          <a:p>
            <a:pPr algn="l"/>
            <a:r>
              <a:rPr sz="1500" b="0" i="0">
                <a:solidFill>
                  <a:srgbClr val="4A4A49"/>
                </a:solidFill>
              </a:rPr>
              <a:t>Sada metrik napříč procesem, produktem a zdroji.</a:t>
            </a:r>
          </a:p>
        </p:txBody>
      </p:sp>
      <p:sp>
        <p:nvSpPr>
          <p:cNvPr id="10" name="TextBox 9"/>
          <p:cNvSpPr txBox="1"/>
          <p:nvPr/>
        </p:nvSpPr>
        <p:spPr>
          <a:xfrm>
            <a:off x="4610404" y="2697480"/>
            <a:ext cx="3798417" cy="868680"/>
          </a:xfrm>
          <a:prstGeom prst="rect">
            <a:avLst/>
          </a:prstGeom>
          <a:noFill/>
          <a:ln>
            <a:noFill/>
          </a:ln>
        </p:spPr>
        <p:txBody>
          <a:bodyPr wrap="square" lIns="73152" rIns="73152" tIns="36576" bIns="36576">
            <a:spAutoFit/>
          </a:bodyPr>
          <a:lstStyle/>
          <a:p>
            <a:pPr algn="l"/>
            <a:r>
              <a:rPr sz="1500" b="0" i="0">
                <a:solidFill>
                  <a:srgbClr val="4A4A49"/>
                </a:solidFill>
              </a:rPr>
              <a:t>Případová studie: jeden model, jeden projekt.</a:t>
            </a:r>
          </a:p>
        </p:txBody>
      </p:sp>
      <p:sp>
        <p:nvSpPr>
          <p:cNvPr id="11" name="TextBox 10"/>
          <p:cNvSpPr txBox="1"/>
          <p:nvPr/>
        </p:nvSpPr>
        <p:spPr>
          <a:xfrm>
            <a:off x="629107" y="3566160"/>
            <a:ext cx="3798417" cy="868680"/>
          </a:xfrm>
          <a:prstGeom prst="rect">
            <a:avLst/>
          </a:prstGeom>
          <a:noFill/>
          <a:ln>
            <a:noFill/>
          </a:ln>
        </p:spPr>
        <p:txBody>
          <a:bodyPr wrap="square" lIns="73152" rIns="73152" tIns="36576" bIns="36576">
            <a:spAutoFit/>
          </a:bodyPr>
          <a:lstStyle/>
          <a:p>
            <a:pPr algn="l"/>
            <a:r>
              <a:rPr sz="1500" b="0" i="0">
                <a:solidFill>
                  <a:srgbClr val="4A4A49"/>
                </a:solidFill>
              </a:rPr>
              <a:t>Iterativní postup po operacionalizačním oblouku.</a:t>
            </a:r>
          </a:p>
        </p:txBody>
      </p:sp>
      <p:sp>
        <p:nvSpPr>
          <p:cNvPr id="12" name="TextBox 11"/>
          <p:cNvSpPr txBox="1"/>
          <p:nvPr/>
        </p:nvSpPr>
        <p:spPr>
          <a:xfrm>
            <a:off x="4610404" y="3566160"/>
            <a:ext cx="3798417" cy="868680"/>
          </a:xfrm>
          <a:prstGeom prst="rect">
            <a:avLst/>
          </a:prstGeom>
          <a:noFill/>
          <a:ln>
            <a:noFill/>
          </a:ln>
        </p:spPr>
        <p:txBody>
          <a:bodyPr wrap="square" lIns="73152" rIns="73152" tIns="36576" bIns="36576">
            <a:spAutoFit/>
          </a:bodyPr>
          <a:lstStyle/>
          <a:p>
            <a:pPr algn="l"/>
            <a:r>
              <a:rPr sz="1500" b="0" i="0">
                <a:solidFill>
                  <a:srgbClr val="4A4A49"/>
                </a:solidFill>
              </a:rPr>
              <a:t>Indikativní zjištění, ne statistický důkaz.</a:t>
            </a:r>
          </a:p>
        </p:txBody>
      </p:sp>
      <p:sp>
        <p:nvSpPr>
          <p:cNvPr id="13" name="TextBox 12"/>
          <p:cNvSpPr txBox="1"/>
          <p:nvPr/>
        </p:nvSpPr>
        <p:spPr>
          <a:xfrm>
            <a:off x="629107" y="4434840"/>
            <a:ext cx="3798417" cy="868680"/>
          </a:xfrm>
          <a:prstGeom prst="rect">
            <a:avLst/>
          </a:prstGeom>
          <a:noFill/>
          <a:ln>
            <a:noFill/>
          </a:ln>
        </p:spPr>
        <p:txBody>
          <a:bodyPr wrap="square" lIns="73152" rIns="73152" tIns="36576" bIns="36576">
            <a:spAutoFit/>
          </a:bodyPr>
          <a:lstStyle/>
          <a:p>
            <a:pPr algn="l"/>
            <a:r>
              <a:rPr sz="1500" b="1" i="0">
                <a:solidFill>
                  <a:srgbClr val="4A4A49"/>
                </a:solidFill>
              </a:rPr>
              <a:t>Přenositelný je postup, ne AGENTS.md.</a:t>
            </a:r>
          </a:p>
        </p:txBody>
      </p:sp>
      <p:sp>
        <p:nvSpPr>
          <p:cNvPr id="14" name="TextBox 13"/>
          <p:cNvSpPr txBox="1"/>
          <p:nvPr/>
        </p:nvSpPr>
        <p:spPr>
          <a:xfrm>
            <a:off x="4610404" y="4434840"/>
            <a:ext cx="3798417" cy="868680"/>
          </a:xfrm>
          <a:prstGeom prst="rect">
            <a:avLst/>
          </a:prstGeom>
          <a:noFill/>
          <a:ln>
            <a:noFill/>
          </a:ln>
        </p:spPr>
        <p:txBody>
          <a:bodyPr wrap="square" lIns="73152" rIns="73152" tIns="36576" bIns="36576">
            <a:spAutoFit/>
          </a:bodyPr>
          <a:lstStyle/>
          <a:p>
            <a:pPr algn="l"/>
            <a:r>
              <a:rPr sz="1500" b="0" i="0">
                <a:solidFill>
                  <a:srgbClr val="4A4A49"/>
                </a:solidFill>
              </a:rPr>
              <a:t>Nedeterminismus modelu silný.</a:t>
            </a:r>
          </a:p>
        </p:txBody>
      </p:sp>
      <p:sp>
        <p:nvSpPr>
          <p:cNvPr id="15" name="TextBox 14"/>
          <p:cNvSpPr txBox="1"/>
          <p:nvPr/>
        </p:nvSpPr>
        <p:spPr>
          <a:xfrm>
            <a:off x="629107" y="6126480"/>
            <a:ext cx="7779715" cy="365760"/>
          </a:xfrm>
          <a:prstGeom prst="rect">
            <a:avLst/>
          </a:prstGeom>
          <a:noFill/>
          <a:ln>
            <a:noFill/>
          </a:ln>
        </p:spPr>
        <p:txBody>
          <a:bodyPr wrap="square" lIns="73152" rIns="73152" tIns="36576" bIns="36576">
            <a:spAutoFit/>
          </a:bodyPr>
          <a:lstStyle/>
          <a:p>
            <a:pPr algn="l"/>
            <a:r>
              <a:rPr sz="1000" b="0" i="1">
                <a:solidFill>
                  <a:srgbClr val="4A4A49"/>
                </a:solidFill>
              </a:rPr>
              <a:t>* Demonstrace proveditelnosti na MiniMax-M2.5 a TypeScript projektu. Aplikace na jiné modely a jazyky zůstává otevřená.</a:t>
            </a:r>
          </a:p>
        </p:txBody>
      </p:sp>
    </p:spTree>
    <p:extLst>
      <p:ext uri="{BB962C8B-B14F-4D97-AF65-F5344CB8AC3E}">
        <p14:creationId xmlns:p14="http://schemas.microsoft.com/office/powerpoint/2010/main" val="2718642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Nadpis 5">
            <a:extLst>
              <a:ext uri="{FF2B5EF4-FFF2-40B4-BE49-F238E27FC236}">
                <a16:creationId xmlns:a16="http://schemas.microsoft.com/office/drawing/2014/main" id="{FB7216AC-D64E-46AC-BDC6-EF293D050F03}"/>
              </a:ext>
            </a:extLst>
          </p:cNvPr>
          <p:cNvSpPr>
            <a:spLocks noGrp="1"/>
          </p:cNvSpPr>
          <p:nvPr>
            <p:ph type="title"/>
          </p:nvPr>
        </p:nvSpPr>
        <p:spPr/>
        <p:txBody>
          <a:bodyPr>
            <a:normAutofit/>
          </a:bodyPr>
          <a:lstStyle/>
          <a:p>
            <a:r>
              <a:rPr lang="cs-CZ" dirty="0"/>
              <a:t>Otázky z posudků</a:t>
            </a:r>
          </a:p>
        </p:txBody>
      </p:sp>
      <p:sp>
        <p:nvSpPr>
          <p:cNvPr id="7" name="TextBox 6"/>
          <p:cNvSpPr txBox="1"/>
          <p:nvPr/>
        </p:nvSpPr>
        <p:spPr>
          <a:xfrm>
            <a:off x="629107" y="1828800"/>
            <a:ext cx="7779715" cy="292608"/>
          </a:xfrm>
          <a:prstGeom prst="rect">
            <a:avLst/>
          </a:prstGeom>
          <a:noFill/>
          <a:ln>
            <a:noFill/>
          </a:ln>
        </p:spPr>
        <p:txBody>
          <a:bodyPr wrap="square" lIns="73152" rIns="73152" tIns="36576" bIns="36576">
            <a:spAutoFit/>
          </a:bodyPr>
          <a:lstStyle/>
          <a:p>
            <a:pPr algn="l"/>
            <a:r>
              <a:rPr sz="1400" b="1" i="0">
                <a:solidFill>
                  <a:srgbClr val="009881"/>
                </a:solidFill>
              </a:rPr>
              <a:t>Vedoucí — Ing. Jiří Korčák    ·    4 otázky</a:t>
            </a:r>
          </a:p>
        </p:txBody>
      </p:sp>
      <p:sp>
        <p:nvSpPr>
          <p:cNvPr id="8" name="TextBox 7"/>
          <p:cNvSpPr txBox="1"/>
          <p:nvPr/>
        </p:nvSpPr>
        <p:spPr>
          <a:xfrm>
            <a:off x="629107" y="2157984"/>
            <a:ext cx="320040" cy="731520"/>
          </a:xfrm>
          <a:prstGeom prst="rect">
            <a:avLst/>
          </a:prstGeom>
          <a:noFill/>
          <a:ln>
            <a:noFill/>
          </a:ln>
        </p:spPr>
        <p:txBody>
          <a:bodyPr wrap="square" lIns="73152" rIns="73152" tIns="36576" bIns="36576">
            <a:spAutoFit/>
          </a:bodyPr>
          <a:lstStyle/>
          <a:p>
            <a:pPr algn="l"/>
            <a:r>
              <a:rPr sz="1300" b="1" i="0">
                <a:solidFill>
                  <a:srgbClr val="009881"/>
                </a:solidFill>
              </a:rPr>
              <a:t>1.</a:t>
            </a:r>
          </a:p>
        </p:txBody>
      </p:sp>
      <p:sp>
        <p:nvSpPr>
          <p:cNvPr id="9" name="TextBox 8"/>
          <p:cNvSpPr txBox="1"/>
          <p:nvPr/>
        </p:nvSpPr>
        <p:spPr>
          <a:xfrm>
            <a:off x="949147" y="2157984"/>
            <a:ext cx="7459675" cy="731520"/>
          </a:xfrm>
          <a:prstGeom prst="rect">
            <a:avLst/>
          </a:prstGeom>
          <a:noFill/>
          <a:ln>
            <a:noFill/>
          </a:ln>
        </p:spPr>
        <p:txBody>
          <a:bodyPr wrap="square" lIns="73152" rIns="73152" tIns="36576" bIns="36576">
            <a:spAutoFit/>
          </a:bodyPr>
          <a:lstStyle/>
          <a:p>
            <a:pPr algn="l"/>
            <a:r>
              <a:rPr sz="1300" b="0" i="0">
                <a:solidFill>
                  <a:srgbClr val="4A4A49"/>
                </a:solidFill>
              </a:rPr>
              <a:t>Vysvětlete vlastními slovy, jakou roli ve Vaší práci hraje ablační studie a proč nestačilo pouze porovnat jednotlivé pilotní běhy agenta.</a:t>
            </a:r>
          </a:p>
        </p:txBody>
      </p:sp>
      <p:sp>
        <p:nvSpPr>
          <p:cNvPr id="10" name="TextBox 9"/>
          <p:cNvSpPr txBox="1"/>
          <p:nvPr/>
        </p:nvSpPr>
        <p:spPr>
          <a:xfrm>
            <a:off x="629107" y="2889504"/>
            <a:ext cx="320040" cy="731520"/>
          </a:xfrm>
          <a:prstGeom prst="rect">
            <a:avLst/>
          </a:prstGeom>
          <a:noFill/>
          <a:ln>
            <a:noFill/>
          </a:ln>
        </p:spPr>
        <p:txBody>
          <a:bodyPr wrap="square" lIns="73152" rIns="73152" tIns="36576" bIns="36576">
            <a:spAutoFit/>
          </a:bodyPr>
          <a:lstStyle/>
          <a:p>
            <a:pPr algn="l"/>
            <a:r>
              <a:rPr sz="1300" b="1" i="0">
                <a:solidFill>
                  <a:srgbClr val="009881"/>
                </a:solidFill>
              </a:rPr>
              <a:t>2.</a:t>
            </a:r>
          </a:p>
        </p:txBody>
      </p:sp>
      <p:sp>
        <p:nvSpPr>
          <p:cNvPr id="11" name="TextBox 10"/>
          <p:cNvSpPr txBox="1"/>
          <p:nvPr/>
        </p:nvSpPr>
        <p:spPr>
          <a:xfrm>
            <a:off x="949147" y="2889504"/>
            <a:ext cx="7459675" cy="731520"/>
          </a:xfrm>
          <a:prstGeom prst="rect">
            <a:avLst/>
          </a:prstGeom>
          <a:noFill/>
          <a:ln>
            <a:noFill/>
          </a:ln>
        </p:spPr>
        <p:txBody>
          <a:bodyPr wrap="square" lIns="73152" rIns="73152" tIns="36576" bIns="36576">
            <a:spAutoFit/>
          </a:bodyPr>
          <a:lstStyle/>
          <a:p>
            <a:pPr algn="l"/>
            <a:r>
              <a:rPr sz="1300" b="0" i="0">
                <a:solidFill>
                  <a:srgbClr val="4A4A49"/>
                </a:solidFill>
              </a:rPr>
              <a:t>Jaký je rozdíl mezi procesními, produktovými a zdrojovými metrikami ve Vašem návrhu? Uveďte konkrétní příklad metriky z každé skupiny a vysvětlete, proč je důležitá, jakou má oporu ve zdrojích a jak je v práci prakticky měřená.</a:t>
            </a:r>
          </a:p>
        </p:txBody>
      </p:sp>
      <p:sp>
        <p:nvSpPr>
          <p:cNvPr id="12" name="TextBox 11"/>
          <p:cNvSpPr txBox="1"/>
          <p:nvPr/>
        </p:nvSpPr>
        <p:spPr>
          <a:xfrm>
            <a:off x="629107" y="3621024"/>
            <a:ext cx="320040" cy="731520"/>
          </a:xfrm>
          <a:prstGeom prst="rect">
            <a:avLst/>
          </a:prstGeom>
          <a:noFill/>
          <a:ln>
            <a:noFill/>
          </a:ln>
        </p:spPr>
        <p:txBody>
          <a:bodyPr wrap="square" lIns="73152" rIns="73152" tIns="36576" bIns="36576">
            <a:spAutoFit/>
          </a:bodyPr>
          <a:lstStyle/>
          <a:p>
            <a:pPr algn="l"/>
            <a:r>
              <a:rPr sz="1300" b="1" i="0">
                <a:solidFill>
                  <a:srgbClr val="009881"/>
                </a:solidFill>
              </a:rPr>
              <a:t>3.</a:t>
            </a:r>
          </a:p>
        </p:txBody>
      </p:sp>
      <p:sp>
        <p:nvSpPr>
          <p:cNvPr id="13" name="TextBox 12"/>
          <p:cNvSpPr txBox="1"/>
          <p:nvPr/>
        </p:nvSpPr>
        <p:spPr>
          <a:xfrm>
            <a:off x="949147" y="3621024"/>
            <a:ext cx="7459675" cy="731520"/>
          </a:xfrm>
          <a:prstGeom prst="rect">
            <a:avLst/>
          </a:prstGeom>
          <a:noFill/>
          <a:ln>
            <a:noFill/>
          </a:ln>
        </p:spPr>
        <p:txBody>
          <a:bodyPr wrap="square" lIns="73152" rIns="73152" tIns="36576" bIns="36576">
            <a:spAutoFit/>
          </a:bodyPr>
          <a:lstStyle/>
          <a:p>
            <a:pPr algn="l"/>
            <a:r>
              <a:rPr sz="1300" b="0" i="0">
                <a:solidFill>
                  <a:srgbClr val="4A4A49"/>
                </a:solidFill>
              </a:rPr>
              <a:t>Jak jste rozlišoval mezi vlastním autorským přínosem a výstupy AI asistenta při tvorbě textu, diagnostiky experimentu a měřicí infrastruktury?</a:t>
            </a:r>
          </a:p>
        </p:txBody>
      </p:sp>
      <p:sp>
        <p:nvSpPr>
          <p:cNvPr id="14" name="TextBox 13"/>
          <p:cNvSpPr txBox="1"/>
          <p:nvPr/>
        </p:nvSpPr>
        <p:spPr>
          <a:xfrm>
            <a:off x="629107" y="4352544"/>
            <a:ext cx="320040" cy="731520"/>
          </a:xfrm>
          <a:prstGeom prst="rect">
            <a:avLst/>
          </a:prstGeom>
          <a:noFill/>
          <a:ln>
            <a:noFill/>
          </a:ln>
        </p:spPr>
        <p:txBody>
          <a:bodyPr wrap="square" lIns="73152" rIns="73152" tIns="36576" bIns="36576">
            <a:spAutoFit/>
          </a:bodyPr>
          <a:lstStyle/>
          <a:p>
            <a:pPr algn="l"/>
            <a:r>
              <a:rPr sz="1300" b="1" i="0">
                <a:solidFill>
                  <a:srgbClr val="009881"/>
                </a:solidFill>
              </a:rPr>
              <a:t>4.</a:t>
            </a:r>
          </a:p>
        </p:txBody>
      </p:sp>
      <p:sp>
        <p:nvSpPr>
          <p:cNvPr id="15" name="TextBox 14"/>
          <p:cNvSpPr txBox="1"/>
          <p:nvPr/>
        </p:nvSpPr>
        <p:spPr>
          <a:xfrm>
            <a:off x="949147" y="4352544"/>
            <a:ext cx="7459675" cy="731520"/>
          </a:xfrm>
          <a:prstGeom prst="rect">
            <a:avLst/>
          </a:prstGeom>
          <a:noFill/>
          <a:ln>
            <a:noFill/>
          </a:ln>
        </p:spPr>
        <p:txBody>
          <a:bodyPr wrap="square" lIns="73152" rIns="73152" tIns="36576" bIns="36576">
            <a:spAutoFit/>
          </a:bodyPr>
          <a:lstStyle/>
          <a:p>
            <a:pPr algn="l"/>
            <a:r>
              <a:rPr sz="1300" b="0" i="0">
                <a:solidFill>
                  <a:srgbClr val="4A4A49"/>
                </a:solidFill>
              </a:rPr>
              <a:t>V práci zmiňujete posun od obecného pravidla ke konkrétnímu příkazu a následně k verifikačnímu kroku. Uveďte konkrétní příklad z Vaší případové studie a vysvětlete, proč právě verifikační krok zlepšil chování agenta.</a:t>
            </a:r>
          </a:p>
        </p:txBody>
      </p:sp>
      <p:sp>
        <p:nvSpPr>
          <p:cNvPr id="16" name="TextBox 15"/>
          <p:cNvSpPr txBox="1"/>
          <p:nvPr/>
        </p:nvSpPr>
        <p:spPr>
          <a:xfrm>
            <a:off x="629107" y="5175504"/>
            <a:ext cx="7779715" cy="292608"/>
          </a:xfrm>
          <a:prstGeom prst="rect">
            <a:avLst/>
          </a:prstGeom>
          <a:noFill/>
          <a:ln>
            <a:noFill/>
          </a:ln>
        </p:spPr>
        <p:txBody>
          <a:bodyPr wrap="square" lIns="73152" rIns="73152" tIns="36576" bIns="36576">
            <a:spAutoFit/>
          </a:bodyPr>
          <a:lstStyle/>
          <a:p>
            <a:pPr algn="l"/>
            <a:r>
              <a:rPr sz="1400" b="1" i="0">
                <a:solidFill>
                  <a:srgbClr val="009881"/>
                </a:solidFill>
              </a:rPr>
              <a:t>Oponent — Ing. Richard Antonín Novák, Ph.D.    ·    1 otázka</a:t>
            </a:r>
          </a:p>
        </p:txBody>
      </p:sp>
      <p:sp>
        <p:nvSpPr>
          <p:cNvPr id="17" name="TextBox 16"/>
          <p:cNvSpPr txBox="1"/>
          <p:nvPr/>
        </p:nvSpPr>
        <p:spPr>
          <a:xfrm>
            <a:off x="629107" y="5504688"/>
            <a:ext cx="320040" cy="777240"/>
          </a:xfrm>
          <a:prstGeom prst="rect">
            <a:avLst/>
          </a:prstGeom>
          <a:noFill/>
          <a:ln>
            <a:noFill/>
          </a:ln>
        </p:spPr>
        <p:txBody>
          <a:bodyPr wrap="square" lIns="73152" rIns="73152" tIns="36576" bIns="36576">
            <a:spAutoFit/>
          </a:bodyPr>
          <a:lstStyle/>
          <a:p>
            <a:pPr algn="l"/>
            <a:r>
              <a:rPr sz="1300" b="1" i="0">
                <a:solidFill>
                  <a:srgbClr val="009881"/>
                </a:solidFill>
              </a:rPr>
              <a:t>1.</a:t>
            </a:r>
          </a:p>
        </p:txBody>
      </p:sp>
      <p:sp>
        <p:nvSpPr>
          <p:cNvPr id="18" name="TextBox 17"/>
          <p:cNvSpPr txBox="1"/>
          <p:nvPr/>
        </p:nvSpPr>
        <p:spPr>
          <a:xfrm>
            <a:off x="949147" y="5504688"/>
            <a:ext cx="7459675" cy="777240"/>
          </a:xfrm>
          <a:prstGeom prst="rect">
            <a:avLst/>
          </a:prstGeom>
          <a:noFill/>
          <a:ln>
            <a:noFill/>
          </a:ln>
        </p:spPr>
        <p:txBody>
          <a:bodyPr wrap="square" lIns="73152" rIns="73152" tIns="36576" bIns="36576">
            <a:spAutoFit/>
          </a:bodyPr>
          <a:lstStyle/>
          <a:p>
            <a:pPr algn="l"/>
            <a:r>
              <a:rPr sz="1300" b="0" i="0">
                <a:solidFill>
                  <a:srgbClr val="4A4A49"/>
                </a:solidFill>
              </a:rPr>
              <a:t>V práci hodně používáte termín Ablace a Ablační studie, vysvětlete více do hloubky jakou tento termín hraje roli při vašem testování kvality SW při zapojení AI coding agenta?</a:t>
            </a:r>
          </a:p>
        </p:txBody>
      </p:sp>
    </p:spTree>
    <p:extLst>
      <p:ext uri="{BB962C8B-B14F-4D97-AF65-F5344CB8AC3E}">
        <p14:creationId xmlns:p14="http://schemas.microsoft.com/office/powerpoint/2010/main" val="38177934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Sada metrik: proces, produkt, zdroje</a:t>
            </a:r>
          </a:p>
        </p:txBody>
      </p:sp>
      <p:sp>
        <p:nvSpPr>
          <p:cNvPr id="3" name="TextBox 2"/>
          <p:cNvSpPr txBox="1"/>
          <p:nvPr/>
        </p:nvSpPr>
        <p:spPr>
          <a:xfrm>
            <a:off x="629107" y="1828800"/>
            <a:ext cx="7779715" cy="274320"/>
          </a:xfrm>
          <a:prstGeom prst="rect">
            <a:avLst/>
          </a:prstGeom>
          <a:noFill/>
          <a:ln>
            <a:noFill/>
          </a:ln>
        </p:spPr>
        <p:txBody>
          <a:bodyPr wrap="square" lIns="73152" rIns="73152" tIns="36576" bIns="36576">
            <a:spAutoFit/>
          </a:bodyPr>
          <a:lstStyle/>
          <a:p>
            <a:pPr algn="l"/>
            <a:r>
              <a:rPr sz="1200" b="0" i="1">
                <a:solidFill>
                  <a:srgbClr val="4A4A49"/>
                </a:solidFill>
              </a:rPr>
              <a:t>Cíl 1: sada metrik</a:t>
            </a:r>
          </a:p>
        </p:txBody>
      </p:sp>
      <p:sp>
        <p:nvSpPr>
          <p:cNvPr id="4" name="TextBox 3"/>
          <p:cNvSpPr txBox="1"/>
          <p:nvPr/>
        </p:nvSpPr>
        <p:spPr>
          <a:xfrm>
            <a:off x="629107" y="2194560"/>
            <a:ext cx="7779715" cy="365760"/>
          </a:xfrm>
          <a:prstGeom prst="rect">
            <a:avLst/>
          </a:prstGeom>
          <a:noFill/>
          <a:ln>
            <a:noFill/>
          </a:ln>
        </p:spPr>
        <p:txBody>
          <a:bodyPr wrap="square" lIns="73152" rIns="73152" tIns="36576" bIns="36576">
            <a:spAutoFit/>
          </a:bodyPr>
          <a:lstStyle/>
          <a:p>
            <a:pPr algn="l"/>
            <a:r>
              <a:rPr sz="1400" b="0" i="0">
                <a:solidFill>
                  <a:srgbClr val="4A4A49"/>
                </a:solidFill>
              </a:rPr>
              <a:t>Tři dimenze pokrývají, co binární průchod testů zakrývá.</a:t>
            </a:r>
          </a:p>
        </p:txBody>
      </p:sp>
      <p:sp>
        <p:nvSpPr>
          <p:cNvPr id="5" name="TextBox 4"/>
          <p:cNvSpPr txBox="1"/>
          <p:nvPr/>
        </p:nvSpPr>
        <p:spPr>
          <a:xfrm>
            <a:off x="629107" y="2743200"/>
            <a:ext cx="2501798" cy="365760"/>
          </a:xfrm>
          <a:prstGeom prst="rect">
            <a:avLst/>
          </a:prstGeom>
          <a:solidFill>
            <a:srgbClr val="E8E8E8"/>
          </a:solidFill>
          <a:ln>
            <a:noFill/>
          </a:ln>
        </p:spPr>
        <p:txBody>
          <a:bodyPr wrap="square" lIns="73152" rIns="73152" tIns="36576" bIns="36576">
            <a:spAutoFit/>
          </a:bodyPr>
          <a:lstStyle/>
          <a:p>
            <a:pPr algn="ctr"/>
            <a:r>
              <a:rPr sz="1600" b="1" i="0">
                <a:solidFill>
                  <a:srgbClr val="009881"/>
                </a:solidFill>
              </a:rPr>
              <a:t>Proces (P1–P8)</a:t>
            </a:r>
          </a:p>
        </p:txBody>
      </p:sp>
      <p:sp>
        <p:nvSpPr>
          <p:cNvPr id="6" name="TextBox 5"/>
          <p:cNvSpPr txBox="1"/>
          <p:nvPr/>
        </p:nvSpPr>
        <p:spPr>
          <a:xfrm>
            <a:off x="3268065" y="2743200"/>
            <a:ext cx="2501798" cy="365760"/>
          </a:xfrm>
          <a:prstGeom prst="rect">
            <a:avLst/>
          </a:prstGeom>
          <a:solidFill>
            <a:srgbClr val="E8E8E8"/>
          </a:solidFill>
          <a:ln>
            <a:noFill/>
          </a:ln>
        </p:spPr>
        <p:txBody>
          <a:bodyPr wrap="square" lIns="73152" rIns="73152" tIns="36576" bIns="36576">
            <a:spAutoFit/>
          </a:bodyPr>
          <a:lstStyle/>
          <a:p>
            <a:pPr algn="ctr"/>
            <a:r>
              <a:rPr sz="1600" b="1" i="0">
                <a:solidFill>
                  <a:srgbClr val="009881"/>
                </a:solidFill>
              </a:rPr>
              <a:t>Produkt (Q1–Q8)</a:t>
            </a:r>
          </a:p>
        </p:txBody>
      </p:sp>
      <p:sp>
        <p:nvSpPr>
          <p:cNvPr id="7" name="TextBox 6"/>
          <p:cNvSpPr txBox="1"/>
          <p:nvPr/>
        </p:nvSpPr>
        <p:spPr>
          <a:xfrm>
            <a:off x="5907023" y="2743200"/>
            <a:ext cx="2501798" cy="365760"/>
          </a:xfrm>
          <a:prstGeom prst="rect">
            <a:avLst/>
          </a:prstGeom>
          <a:solidFill>
            <a:srgbClr val="E8E8E8"/>
          </a:solidFill>
          <a:ln>
            <a:noFill/>
          </a:ln>
        </p:spPr>
        <p:txBody>
          <a:bodyPr wrap="square" lIns="73152" rIns="73152" tIns="36576" bIns="36576">
            <a:spAutoFit/>
          </a:bodyPr>
          <a:lstStyle/>
          <a:p>
            <a:pPr algn="ctr"/>
            <a:r>
              <a:rPr sz="1600" b="1" i="0">
                <a:solidFill>
                  <a:srgbClr val="009881"/>
                </a:solidFill>
              </a:rPr>
              <a:t>Zdroje (E1–E3)</a:t>
            </a:r>
          </a:p>
        </p:txBody>
      </p:sp>
      <p:sp>
        <p:nvSpPr>
          <p:cNvPr id="8" name="TextBox 7"/>
          <p:cNvSpPr txBox="1"/>
          <p:nvPr/>
        </p:nvSpPr>
        <p:spPr>
          <a:xfrm>
            <a:off x="629107" y="3154680"/>
            <a:ext cx="2501798" cy="320040"/>
          </a:xfrm>
          <a:prstGeom prst="rect">
            <a:avLst/>
          </a:prstGeom>
          <a:noFill/>
          <a:ln>
            <a:noFill/>
          </a:ln>
        </p:spPr>
        <p:txBody>
          <a:bodyPr wrap="square" lIns="73152" rIns="73152" tIns="36576" bIns="36576">
            <a:spAutoFit/>
          </a:bodyPr>
          <a:lstStyle/>
          <a:p>
            <a:pPr algn="ctr"/>
            <a:r>
              <a:rPr sz="1200" b="0" i="0">
                <a:solidFill>
                  <a:srgbClr val="4A4A49"/>
                </a:solidFill>
              </a:rPr>
              <a:t>jak agent pracoval</a:t>
            </a:r>
          </a:p>
        </p:txBody>
      </p:sp>
      <p:sp>
        <p:nvSpPr>
          <p:cNvPr id="9" name="TextBox 8"/>
          <p:cNvSpPr txBox="1"/>
          <p:nvPr/>
        </p:nvSpPr>
        <p:spPr>
          <a:xfrm>
            <a:off x="3268065" y="3154680"/>
            <a:ext cx="2501798" cy="320040"/>
          </a:xfrm>
          <a:prstGeom prst="rect">
            <a:avLst/>
          </a:prstGeom>
          <a:noFill/>
          <a:ln>
            <a:noFill/>
          </a:ln>
        </p:spPr>
        <p:txBody>
          <a:bodyPr wrap="square" lIns="73152" rIns="73152" tIns="36576" bIns="36576">
            <a:spAutoFit/>
          </a:bodyPr>
          <a:lstStyle/>
          <a:p>
            <a:pPr algn="ctr"/>
            <a:r>
              <a:rPr sz="1200" b="0" i="0">
                <a:solidFill>
                  <a:srgbClr val="4A4A49"/>
                </a:solidFill>
              </a:rPr>
              <a:t>co vyrobil</a:t>
            </a:r>
          </a:p>
        </p:txBody>
      </p:sp>
      <p:sp>
        <p:nvSpPr>
          <p:cNvPr id="10" name="TextBox 9"/>
          <p:cNvSpPr txBox="1"/>
          <p:nvPr/>
        </p:nvSpPr>
        <p:spPr>
          <a:xfrm>
            <a:off x="5907023" y="3154680"/>
            <a:ext cx="2501798" cy="320040"/>
          </a:xfrm>
          <a:prstGeom prst="rect">
            <a:avLst/>
          </a:prstGeom>
          <a:noFill/>
          <a:ln>
            <a:noFill/>
          </a:ln>
        </p:spPr>
        <p:txBody>
          <a:bodyPr wrap="square" lIns="73152" rIns="73152" tIns="36576" bIns="36576">
            <a:spAutoFit/>
          </a:bodyPr>
          <a:lstStyle/>
          <a:p>
            <a:pPr algn="ctr"/>
            <a:r>
              <a:rPr sz="1200" b="0" i="0">
                <a:solidFill>
                  <a:srgbClr val="4A4A49"/>
                </a:solidFill>
              </a:rPr>
              <a:t>kolik to stálo</a:t>
            </a:r>
          </a:p>
        </p:txBody>
      </p:sp>
      <p:sp>
        <p:nvSpPr>
          <p:cNvPr id="11" name="TextBox 10"/>
          <p:cNvSpPr txBox="1"/>
          <p:nvPr/>
        </p:nvSpPr>
        <p:spPr>
          <a:xfrm>
            <a:off x="629107" y="3566160"/>
            <a:ext cx="2501798" cy="1371600"/>
          </a:xfrm>
          <a:prstGeom prst="rect">
            <a:avLst/>
          </a:prstGeom>
          <a:noFill/>
          <a:ln>
            <a:noFill/>
          </a:ln>
        </p:spPr>
        <p:txBody>
          <a:bodyPr wrap="square" lIns="73152" rIns="73152" tIns="36576" bIns="36576">
            <a:spAutoFit/>
          </a:bodyPr>
          <a:lstStyle/>
          <a:p>
            <a:pPr algn="ctr"/>
            <a:r>
              <a:rPr sz="1200" b="0" i="0">
                <a:solidFill>
                  <a:srgbClr val="4A4A49"/>
                </a:solidFill>
              </a:rPr>
              <a:t>issues před kódem</a:t>
            </a:r>
          </a:p>
          <a:p>
            <a:pPr algn="ctr"/>
            <a:r>
              <a:rPr sz="1200" b="0" i="0">
                <a:solidFill>
                  <a:srgbClr val="4A4A49"/>
                </a:solidFill>
              </a:rPr>
              <a:t>větev per issue</a:t>
            </a:r>
          </a:p>
          <a:p>
            <a:pPr algn="ctr"/>
            <a:r>
              <a:rPr sz="1200" b="0" i="0">
                <a:solidFill>
                  <a:srgbClr val="4A4A49"/>
                </a:solidFill>
              </a:rPr>
              <a:t>test-first commity</a:t>
            </a:r>
          </a:p>
          <a:p>
            <a:pPr algn="ctr"/>
            <a:r>
              <a:rPr sz="1200" b="0" i="0">
                <a:solidFill>
                  <a:srgbClr val="4A4A49"/>
                </a:solidFill>
              </a:rPr>
              <a:t>popisy PR a commitů</a:t>
            </a:r>
          </a:p>
        </p:txBody>
      </p:sp>
      <p:sp>
        <p:nvSpPr>
          <p:cNvPr id="12" name="TextBox 11"/>
          <p:cNvSpPr txBox="1"/>
          <p:nvPr/>
        </p:nvSpPr>
        <p:spPr>
          <a:xfrm>
            <a:off x="3268065" y="3566160"/>
            <a:ext cx="2501798" cy="1371600"/>
          </a:xfrm>
          <a:prstGeom prst="rect">
            <a:avLst/>
          </a:prstGeom>
          <a:noFill/>
          <a:ln>
            <a:noFill/>
          </a:ln>
        </p:spPr>
        <p:txBody>
          <a:bodyPr wrap="square" lIns="73152" rIns="73152" tIns="36576" bIns="36576">
            <a:spAutoFit/>
          </a:bodyPr>
          <a:lstStyle/>
          <a:p>
            <a:pPr algn="ctr"/>
            <a:r>
              <a:rPr sz="1200" b="0" i="0">
                <a:solidFill>
                  <a:srgbClr val="4A4A49"/>
                </a:solidFill>
              </a:rPr>
              <a:t>funkční korektnost</a:t>
            </a:r>
          </a:p>
          <a:p>
            <a:pPr algn="ctr"/>
            <a:r>
              <a:rPr sz="1200" b="0" i="0">
                <a:solidFill>
                  <a:srgbClr val="4A4A49"/>
                </a:solidFill>
              </a:rPr>
              <a:t>kvalita testů</a:t>
            </a:r>
          </a:p>
          <a:p>
            <a:pPr algn="ctr"/>
            <a:r>
              <a:rPr sz="1200" b="0" i="0">
                <a:solidFill>
                  <a:srgbClr val="4A4A49"/>
                </a:solidFill>
              </a:rPr>
              <a:t>lint, typy, složitost</a:t>
            </a:r>
          </a:p>
          <a:p>
            <a:pPr algn="ctr"/>
            <a:r>
              <a:rPr sz="1200" b="0" i="0">
                <a:solidFill>
                  <a:srgbClr val="4A4A49"/>
                </a:solidFill>
              </a:rPr>
              <a:t>design (LLM soudce)</a:t>
            </a:r>
          </a:p>
        </p:txBody>
      </p:sp>
      <p:sp>
        <p:nvSpPr>
          <p:cNvPr id="13" name="TextBox 12"/>
          <p:cNvSpPr txBox="1"/>
          <p:nvPr/>
        </p:nvSpPr>
        <p:spPr>
          <a:xfrm>
            <a:off x="5907023" y="3566160"/>
            <a:ext cx="2501798" cy="1371600"/>
          </a:xfrm>
          <a:prstGeom prst="rect">
            <a:avLst/>
          </a:prstGeom>
          <a:noFill/>
          <a:ln>
            <a:noFill/>
          </a:ln>
        </p:spPr>
        <p:txBody>
          <a:bodyPr wrap="square" lIns="73152" rIns="73152" tIns="36576" bIns="36576">
            <a:spAutoFit/>
          </a:bodyPr>
          <a:lstStyle/>
          <a:p>
            <a:pPr algn="ctr"/>
            <a:r>
              <a:rPr sz="1200" b="0" i="0">
                <a:solidFill>
                  <a:srgbClr val="4A4A49"/>
                </a:solidFill>
              </a:rPr>
              <a:t>tokeny</a:t>
            </a:r>
          </a:p>
          <a:p>
            <a:pPr algn="ctr"/>
            <a:r>
              <a:rPr sz="1200" b="0" i="0">
                <a:solidFill>
                  <a:srgbClr val="4A4A49"/>
                </a:solidFill>
              </a:rPr>
              <a:t>čas běhu</a:t>
            </a:r>
          </a:p>
          <a:p>
            <a:pPr algn="ctr"/>
            <a:r>
              <a:rPr sz="1200" b="0" i="0">
                <a:solidFill>
                  <a:srgbClr val="4A4A49"/>
                </a:solidFill>
              </a:rPr>
              <a:t>kompakce kontextu</a:t>
            </a:r>
          </a:p>
          <a:p>
            <a:pPr algn="ctr"/>
            <a:r>
              <a:rPr sz="1200" b="0" i="0">
                <a:solidFill>
                  <a:srgbClr val="4A4A49"/>
                </a:solidFill>
              </a:rPr>
              <a:t/>
            </a:r>
          </a:p>
        </p:txBody>
      </p:sp>
      <p:sp>
        <p:nvSpPr>
          <p:cNvPr id="14" name="TextBox 13"/>
          <p:cNvSpPr txBox="1"/>
          <p:nvPr/>
        </p:nvSpPr>
        <p:spPr>
          <a:xfrm>
            <a:off x="629107" y="5669280"/>
            <a:ext cx="7779715" cy="320040"/>
          </a:xfrm>
          <a:prstGeom prst="rect">
            <a:avLst/>
          </a:prstGeom>
          <a:noFill/>
          <a:ln>
            <a:noFill/>
          </a:ln>
        </p:spPr>
        <p:txBody>
          <a:bodyPr wrap="square" lIns="73152" rIns="73152" tIns="36576" bIns="36576">
            <a:spAutoFit/>
          </a:bodyPr>
          <a:lstStyle/>
          <a:p>
            <a:pPr algn="l"/>
            <a:r>
              <a:rPr sz="1200" b="1" i="0">
                <a:solidFill>
                  <a:srgbClr val="4A4A49"/>
                </a:solidFill>
              </a:rPr>
              <a:t>Rámec: </a:t>
            </a:r>
            <a:r>
              <a:rPr sz="1200" b="0" i="0">
                <a:solidFill>
                  <a:srgbClr val="4A4A49"/>
                </a:solidFill>
              </a:rPr>
              <a:t>Fenton a Bieman (proces / produkt / zdroje), ISO/IEC 25010.</a:t>
            </a:r>
          </a:p>
        </p:txBody>
      </p:sp>
      <p:sp>
        <p:nvSpPr>
          <p:cNvPr id="15" name="TextBox 14"/>
          <p:cNvSpPr txBox="1"/>
          <p:nvPr/>
        </p:nvSpPr>
        <p:spPr>
          <a:xfrm>
            <a:off x="629107" y="6035040"/>
            <a:ext cx="7779715" cy="320040"/>
          </a:xfrm>
          <a:prstGeom prst="rect">
            <a:avLst/>
          </a:prstGeom>
          <a:noFill/>
          <a:ln>
            <a:noFill/>
          </a:ln>
        </p:spPr>
        <p:txBody>
          <a:bodyPr wrap="square" lIns="73152" rIns="73152" tIns="36576" bIns="36576">
            <a:spAutoFit/>
          </a:bodyPr>
          <a:lstStyle/>
          <a:p>
            <a:pPr algn="l"/>
            <a:r>
              <a:rPr sz="1200" b="1" i="0">
                <a:solidFill>
                  <a:srgbClr val="4A4A49"/>
                </a:solidFill>
              </a:rPr>
              <a:t>Měření: </a:t>
            </a:r>
            <a:r>
              <a:rPr sz="1200" b="0" i="0">
                <a:solidFill>
                  <a:srgbClr val="4A4A49"/>
                </a:solidFill>
              </a:rPr>
              <a:t>deterministické nástroje + LLM-as-judge (GLM-5) u tří kvalitativních metrik.</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Verifikace drží kvalitu. Konvence drží design.</a:t>
            </a:r>
          </a:p>
        </p:txBody>
      </p:sp>
      <p:sp>
        <p:nvSpPr>
          <p:cNvPr id="3" name="TextBox 2"/>
          <p:cNvSpPr txBox="1"/>
          <p:nvPr/>
        </p:nvSpPr>
        <p:spPr>
          <a:xfrm>
            <a:off x="629107" y="1828800"/>
            <a:ext cx="7779715" cy="274320"/>
          </a:xfrm>
          <a:prstGeom prst="rect">
            <a:avLst/>
          </a:prstGeom>
          <a:noFill/>
          <a:ln>
            <a:noFill/>
          </a:ln>
        </p:spPr>
        <p:txBody>
          <a:bodyPr wrap="square" lIns="73152" rIns="73152" tIns="36576" bIns="36576">
            <a:spAutoFit/>
          </a:bodyPr>
          <a:lstStyle/>
          <a:p>
            <a:pPr algn="l"/>
            <a:r>
              <a:rPr sz="1200" b="0" i="1">
                <a:solidFill>
                  <a:srgbClr val="4A4A49"/>
                </a:solidFill>
              </a:rPr>
              <a:t>Cíl 3: ablace složek</a:t>
            </a:r>
          </a:p>
        </p:txBody>
      </p:sp>
      <p:sp>
        <p:nvSpPr>
          <p:cNvPr id="4" name="TextBox 3"/>
          <p:cNvSpPr txBox="1"/>
          <p:nvPr/>
        </p:nvSpPr>
        <p:spPr>
          <a:xfrm>
            <a:off x="629107" y="2286000"/>
            <a:ext cx="3017520" cy="1188720"/>
          </a:xfrm>
          <a:prstGeom prst="rect">
            <a:avLst/>
          </a:prstGeom>
          <a:noFill/>
          <a:ln>
            <a:noFill/>
          </a:ln>
        </p:spPr>
        <p:txBody>
          <a:bodyPr wrap="square" lIns="73152" rIns="73152" tIns="36576" bIns="36576">
            <a:spAutoFit/>
          </a:bodyPr>
          <a:lstStyle/>
          <a:p>
            <a:pPr algn="l"/>
            <a:r>
              <a:rPr sz="1400" b="1" i="0">
                <a:solidFill>
                  <a:srgbClr val="C0392B"/>
                </a:solidFill>
              </a:rPr>
              <a:t>Ablace A</a:t>
            </a:r>
          </a:p>
          <a:p>
            <a:pPr algn="l"/>
            <a:r>
              <a:rPr sz="1400" b="0" i="0">
                <a:solidFill>
                  <a:srgbClr val="4A4A49"/>
                </a:solidFill>
              </a:rPr>
              <a:t>verifikační kroky odebrány.</a:t>
            </a:r>
          </a:p>
        </p:txBody>
      </p:sp>
      <p:sp>
        <p:nvSpPr>
          <p:cNvPr id="5" name="TextBox 4"/>
          <p:cNvSpPr txBox="1"/>
          <p:nvPr/>
        </p:nvSpPr>
        <p:spPr>
          <a:xfrm>
            <a:off x="3783787" y="2286000"/>
            <a:ext cx="365760" cy="457200"/>
          </a:xfrm>
          <a:prstGeom prst="rect">
            <a:avLst/>
          </a:prstGeom>
          <a:noFill/>
          <a:ln>
            <a:noFill/>
          </a:ln>
        </p:spPr>
        <p:txBody>
          <a:bodyPr wrap="square" lIns="73152" rIns="73152" tIns="36576" bIns="36576">
            <a:spAutoFit/>
          </a:bodyPr>
          <a:lstStyle/>
          <a:p>
            <a:pPr algn="ctr"/>
            <a:r>
              <a:rPr sz="2200" b="0" i="0">
                <a:solidFill>
                  <a:srgbClr val="4A4A49"/>
                </a:solidFill>
              </a:rPr>
              <a:t>→</a:t>
            </a:r>
          </a:p>
        </p:txBody>
      </p:sp>
      <p:sp>
        <p:nvSpPr>
          <p:cNvPr id="6" name="TextBox 5"/>
          <p:cNvSpPr txBox="1"/>
          <p:nvPr/>
        </p:nvSpPr>
        <p:spPr>
          <a:xfrm>
            <a:off x="4286707" y="2286000"/>
            <a:ext cx="4114800" cy="411480"/>
          </a:xfrm>
          <a:prstGeom prst="rect">
            <a:avLst/>
          </a:prstGeom>
          <a:noFill/>
          <a:ln>
            <a:noFill/>
          </a:ln>
        </p:spPr>
        <p:txBody>
          <a:bodyPr wrap="square" lIns="73152" rIns="73152" tIns="36576" bIns="36576">
            <a:spAutoFit/>
          </a:bodyPr>
          <a:lstStyle/>
          <a:p>
            <a:pPr algn="l"/>
            <a:r>
              <a:rPr sz="1500" b="1" i="0">
                <a:solidFill>
                  <a:srgbClr val="009881"/>
                </a:solidFill>
              </a:rPr>
              <a:t>Kvalita kódu klesla.</a:t>
            </a:r>
          </a:p>
        </p:txBody>
      </p:sp>
      <p:sp>
        <p:nvSpPr>
          <p:cNvPr id="7" name="TextBox 6"/>
          <p:cNvSpPr txBox="1"/>
          <p:nvPr/>
        </p:nvSpPr>
        <p:spPr>
          <a:xfrm>
            <a:off x="4286707" y="2788920"/>
            <a:ext cx="4114800" cy="731520"/>
          </a:xfrm>
          <a:prstGeom prst="rect">
            <a:avLst/>
          </a:prstGeom>
          <a:noFill/>
          <a:ln>
            <a:noFill/>
          </a:ln>
        </p:spPr>
        <p:txBody>
          <a:bodyPr wrap="square" lIns="73152" rIns="73152" tIns="36576" bIns="36576">
            <a:spAutoFit/>
          </a:bodyPr>
          <a:lstStyle/>
          <a:p>
            <a:pPr algn="l"/>
            <a:r>
              <a:rPr sz="1200" b="1" i="1">
                <a:solidFill>
                  <a:srgbClr val="4A4A49"/>
                </a:solidFill>
              </a:rPr>
              <a:t>Předvídatelné: </a:t>
            </a:r>
            <a:r>
              <a:rPr sz="1200" b="0" i="1">
                <a:solidFill>
                  <a:srgbClr val="4A4A49"/>
                </a:solidFill>
              </a:rPr>
              <a:t>tyto verifikace byly do instrukcí přidány v pilotech právě proto, že bez nich metriky selhávaly.</a:t>
            </a:r>
          </a:p>
        </p:txBody>
      </p:sp>
      <p:cxnSp>
        <p:nvCxnSpPr>
          <p:cNvPr id="8" name="Connector 7"/>
          <p:cNvCxnSpPr/>
          <p:nvPr/>
        </p:nvCxnSpPr>
        <p:spPr>
          <a:xfrm>
            <a:off x="629107" y="3611880"/>
            <a:ext cx="7779715" cy="0"/>
          </a:xfrm>
          <a:prstGeom prst="line">
            <a:avLst/>
          </a:prstGeom>
          <a:ln w="9525">
            <a:solidFill>
              <a:srgbClr val="E8E8E8"/>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29107" y="3840480"/>
            <a:ext cx="3017520" cy="1737360"/>
          </a:xfrm>
          <a:prstGeom prst="rect">
            <a:avLst/>
          </a:prstGeom>
          <a:noFill/>
          <a:ln>
            <a:noFill/>
          </a:ln>
        </p:spPr>
        <p:txBody>
          <a:bodyPr wrap="square" lIns="73152" rIns="73152" tIns="36576" bIns="36576">
            <a:spAutoFit/>
          </a:bodyPr>
          <a:lstStyle/>
          <a:p>
            <a:pPr algn="l"/>
            <a:r>
              <a:rPr sz="1400" b="1" i="0">
                <a:solidFill>
                  <a:srgbClr val="E68A00"/>
                </a:solidFill>
              </a:rPr>
              <a:t>Ablace B</a:t>
            </a:r>
          </a:p>
          <a:p>
            <a:pPr algn="l"/>
            <a:r>
              <a:rPr sz="1400" b="0" i="0">
                <a:solidFill>
                  <a:srgbClr val="4A4A49"/>
                </a:solidFill>
              </a:rPr>
              <a:t>kódové konvence odebrány.</a:t>
            </a:r>
          </a:p>
        </p:txBody>
      </p:sp>
      <p:sp>
        <p:nvSpPr>
          <p:cNvPr id="10" name="TextBox 9"/>
          <p:cNvSpPr txBox="1"/>
          <p:nvPr/>
        </p:nvSpPr>
        <p:spPr>
          <a:xfrm>
            <a:off x="3783787" y="4023360"/>
            <a:ext cx="365760" cy="457200"/>
          </a:xfrm>
          <a:prstGeom prst="rect">
            <a:avLst/>
          </a:prstGeom>
          <a:noFill/>
          <a:ln>
            <a:noFill/>
          </a:ln>
        </p:spPr>
        <p:txBody>
          <a:bodyPr wrap="square" lIns="73152" rIns="73152" tIns="36576" bIns="36576">
            <a:spAutoFit/>
          </a:bodyPr>
          <a:lstStyle/>
          <a:p>
            <a:pPr algn="ctr"/>
            <a:r>
              <a:rPr sz="2200" b="0" i="0">
                <a:solidFill>
                  <a:srgbClr val="4A4A49"/>
                </a:solidFill>
              </a:rPr>
              <a:t>→</a:t>
            </a:r>
          </a:p>
        </p:txBody>
      </p:sp>
      <p:sp>
        <p:nvSpPr>
          <p:cNvPr id="11" name="TextBox 10"/>
          <p:cNvSpPr txBox="1"/>
          <p:nvPr/>
        </p:nvSpPr>
        <p:spPr>
          <a:xfrm>
            <a:off x="4286707" y="3840480"/>
            <a:ext cx="4114800" cy="777240"/>
          </a:xfrm>
          <a:prstGeom prst="rect">
            <a:avLst/>
          </a:prstGeom>
          <a:noFill/>
          <a:ln>
            <a:noFill/>
          </a:ln>
        </p:spPr>
        <p:txBody>
          <a:bodyPr wrap="square" lIns="73152" rIns="73152" tIns="36576" bIns="36576">
            <a:spAutoFit/>
          </a:bodyPr>
          <a:lstStyle/>
          <a:p>
            <a:pPr algn="l"/>
            <a:r>
              <a:rPr sz="1500" b="1" i="0">
                <a:solidFill>
                  <a:srgbClr val="009881"/>
                </a:solidFill>
              </a:rPr>
              <a:t>Deterministika beze změny.</a:t>
            </a:r>
          </a:p>
          <a:p>
            <a:pPr algn="l"/>
            <a:r>
              <a:rPr sz="1500" b="1" i="0">
                <a:solidFill>
                  <a:srgbClr val="009881"/>
                </a:solidFill>
              </a:rPr>
              <a:t>Klesla jen designová kvalita.</a:t>
            </a:r>
          </a:p>
        </p:txBody>
      </p:sp>
      <p:sp>
        <p:nvSpPr>
          <p:cNvPr id="12" name="TextBox 11"/>
          <p:cNvSpPr txBox="1"/>
          <p:nvPr/>
        </p:nvSpPr>
        <p:spPr>
          <a:xfrm>
            <a:off x="4286707" y="4709160"/>
            <a:ext cx="4114800" cy="822960"/>
          </a:xfrm>
          <a:prstGeom prst="rect">
            <a:avLst/>
          </a:prstGeom>
          <a:noFill/>
          <a:ln>
            <a:noFill/>
          </a:ln>
        </p:spPr>
        <p:txBody>
          <a:bodyPr wrap="square" lIns="73152" rIns="73152" tIns="36576" bIns="36576">
            <a:spAutoFit/>
          </a:bodyPr>
          <a:lstStyle/>
          <a:p>
            <a:pPr algn="l"/>
            <a:r>
              <a:rPr sz="1200" b="1" i="1">
                <a:solidFill>
                  <a:srgbClr val="4A4A49"/>
                </a:solidFill>
              </a:rPr>
              <a:t>Překvapivé: </a:t>
            </a:r>
            <a:r>
              <a:rPr sz="1200" b="0" i="1">
                <a:solidFill>
                  <a:srgbClr val="4A4A49"/>
                </a:solidFill>
              </a:rPr>
              <a:t>konvence drží z tréninku modelu, ne z instrukcí. Změnu zachytil jen LLM judge. Deterministické nástroje ji nevidí.</a:t>
            </a:r>
          </a:p>
        </p:txBody>
      </p:sp>
      <p:sp>
        <p:nvSpPr>
          <p:cNvPr id="13" name="TextBox 12"/>
          <p:cNvSpPr txBox="1"/>
          <p:nvPr/>
        </p:nvSpPr>
        <p:spPr>
          <a:xfrm>
            <a:off x="629107" y="5943600"/>
            <a:ext cx="7779715" cy="365760"/>
          </a:xfrm>
          <a:prstGeom prst="rect">
            <a:avLst/>
          </a:prstGeom>
          <a:noFill/>
          <a:ln>
            <a:noFill/>
          </a:ln>
        </p:spPr>
        <p:txBody>
          <a:bodyPr wrap="square" lIns="73152" rIns="73152" tIns="36576" bIns="36576">
            <a:spAutoFit/>
          </a:bodyPr>
          <a:lstStyle/>
          <a:p>
            <a:pPr algn="l"/>
            <a:r>
              <a:rPr sz="1100" b="0" i="1">
                <a:solidFill>
                  <a:srgbClr val="4A4A49"/>
                </a:solidFill>
              </a:rPr>
              <a:t>* Závěry jsou indikativní: variabilita mezi běhy byla srovnatelná s efektem ablace samotné.</a:t>
            </a:r>
          </a:p>
        </p:txBody>
      </p:sp>
    </p:spTree>
  </p:cSld>
  <p:clrMapOvr>
    <a:masterClrMapping/>
  </p:clrMapOvr>
</p:sld>
</file>

<file path=ppt/theme/theme1.xml><?xml version="1.0" encoding="utf-8"?>
<a:theme xmlns:a="http://schemas.openxmlformats.org/drawingml/2006/main" name="Úvodní snímek">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FIS_CZ_4_3.potx" id="{83264117-D02B-4AB3-9535-F55BD4626F0A}" vid="{EFCF83D5-7C28-494A-9D09-A3FDE4EA5435}"/>
    </a:ext>
  </a:extLst>
</a:theme>
</file>

<file path=ppt/theme/theme2.xml><?xml version="1.0" encoding="utf-8"?>
<a:theme xmlns:a="http://schemas.openxmlformats.org/drawingml/2006/main" name="Mezititulek / Závěr">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FIS_CZ_4_3.potx" id="{83264117-D02B-4AB3-9535-F55BD4626F0A}" vid="{0719A898-E866-4DE1-A0C7-6673E2DE6ACC}"/>
    </a:ext>
  </a:extLst>
</a:theme>
</file>

<file path=ppt/theme/theme3.xml><?xml version="1.0" encoding="utf-8"?>
<a:theme xmlns:a="http://schemas.openxmlformats.org/drawingml/2006/main" name="Běžné stránky">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FIS_CZ_4_3.potx" id="{83264117-D02B-4AB3-9535-F55BD4626F0A}" vid="{5F4265E7-B574-4FDE-A297-F52502856981}"/>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kument" ma:contentTypeID="0x010100A5EAD61CDED85140BF5B934B48DD3484" ma:contentTypeVersion="15" ma:contentTypeDescription="Vytvoří nový dokument" ma:contentTypeScope="" ma:versionID="57c7acc678d4da0b8ba39acd8e916ed2">
  <xsd:schema xmlns:xsd="http://www.w3.org/2001/XMLSchema" xmlns:xs="http://www.w3.org/2001/XMLSchema" xmlns:p="http://schemas.microsoft.com/office/2006/metadata/properties" xmlns:ns2="7fe71cfb-81ed-4b9d-9a1f-cae1a72b62ba" xmlns:ns3="184be059-f9c1-47a1-baeb-6b78fb5c2cd7" targetNamespace="http://schemas.microsoft.com/office/2006/metadata/properties" ma:root="true" ma:fieldsID="00b82b4a7cf6d93894e416bb4502bf8f" ns2:_="" ns3:_="">
    <xsd:import namespace="7fe71cfb-81ed-4b9d-9a1f-cae1a72b62ba"/>
    <xsd:import namespace="184be059-f9c1-47a1-baeb-6b78fb5c2cd7"/>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DateTaken" minOccurs="0"/>
                <xsd:element ref="ns2:MediaServiceOCR"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fe71cfb-81ed-4b9d-9a1f-cae1a72b62b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ternalName="MediaServiceDateTaken"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LengthInSeconds" ma:index="16" nillable="true" ma:displayName="Length (seconds)" ma:internalName="MediaLengthInSeconds" ma:readOnly="true">
      <xsd:simpleType>
        <xsd:restriction base="dms:Unknown"/>
      </xsd:simpleType>
    </xsd:element>
    <xsd:element name="lcf76f155ced4ddcb4097134ff3c332f" ma:index="18" nillable="true" ma:taxonomy="true" ma:internalName="lcf76f155ced4ddcb4097134ff3c332f" ma:taxonomyFieldName="MediaServiceImageTags" ma:displayName="Značky obrázků" ma:readOnly="false" ma:fieldId="{5cf76f15-5ced-4ddc-b409-7134ff3c332f}" ma:taxonomyMulti="true" ma:sspId="babb5542-b20f-476f-b885-dfe2db7716bd" ma:termSetId="09814cd3-568e-fe90-9814-8d621ff8fb84" ma:anchorId="fba54fb3-c3e1-fe81-a776-ca4b69148c4d" ma:open="true" ma:isKeyword="false">
      <xsd:complexType>
        <xsd:sequence>
          <xsd:element ref="pc:Terms" minOccurs="0" maxOccurs="1"/>
        </xsd:sequence>
      </xsd:complexType>
    </xsd:element>
    <xsd:element name="MediaServiceSearchProperties" ma:index="20" nillable="true" ma:displayName="MediaServiceSearchProperties" ma:hidden="true" ma:internalName="MediaServiceSearchProperties" ma:readOnly="true">
      <xsd:simpleType>
        <xsd:restriction base="dms:Note"/>
      </xsd:simpleType>
    </xsd:element>
    <xsd:element name="MediaServiceObjectDetectorVersions" ma:index="21"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84be059-f9c1-47a1-baeb-6b78fb5c2cd7" elementFormDefault="qualified">
    <xsd:import namespace="http://schemas.microsoft.com/office/2006/documentManagement/types"/>
    <xsd:import namespace="http://schemas.microsoft.com/office/infopath/2007/PartnerControls"/>
    <xsd:element name="SharedWithUsers" ma:index="10" nillable="true" ma:displayName="Sdílí se s"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dílené s podrobnostmi" ma:internalName="SharedWithDetails" ma:readOnly="true">
      <xsd:simpleType>
        <xsd:restriction base="dms:Note">
          <xsd:maxLength value="255"/>
        </xsd:restriction>
      </xsd:simpleType>
    </xsd:element>
    <xsd:element name="TaxCatchAll" ma:index="19" nillable="true" ma:displayName="Taxonomy Catch All Column" ma:hidden="true" ma:list="{5e9b24e3-0751-412a-b275-2d618e008197}" ma:internalName="TaxCatchAll" ma:showField="CatchAllData" ma:web="184be059-f9c1-47a1-baeb-6b78fb5c2cd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 obsahu"/>
        <xsd:element ref="dc:title" minOccurs="0" maxOccurs="1" ma:index="4" ma:displayName="Nadpis"/>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7fe71cfb-81ed-4b9d-9a1f-cae1a72b62ba">
      <Terms xmlns="http://schemas.microsoft.com/office/infopath/2007/PartnerControls"/>
    </lcf76f155ced4ddcb4097134ff3c332f>
    <TaxCatchAll xmlns="184be059-f9c1-47a1-baeb-6b78fb5c2cd7" xsi:nil="true"/>
  </documentManagement>
</p:properties>
</file>

<file path=customXml/itemProps1.xml><?xml version="1.0" encoding="utf-8"?>
<ds:datastoreItem xmlns:ds="http://schemas.openxmlformats.org/officeDocument/2006/customXml" ds:itemID="{F8CD9D9D-7B9F-4443-A564-98662DD48982}"/>
</file>

<file path=customXml/itemProps2.xml><?xml version="1.0" encoding="utf-8"?>
<ds:datastoreItem xmlns:ds="http://schemas.openxmlformats.org/officeDocument/2006/customXml" ds:itemID="{632259C9-B307-4FF4-B7D2-DAD5D3FFF000}">
  <ds:schemaRefs>
    <ds:schemaRef ds:uri="http://schemas.microsoft.com/sharepoint/v3/contenttype/forms"/>
  </ds:schemaRefs>
</ds:datastoreItem>
</file>

<file path=customXml/itemProps3.xml><?xml version="1.0" encoding="utf-8"?>
<ds:datastoreItem xmlns:ds="http://schemas.openxmlformats.org/officeDocument/2006/customXml" ds:itemID="{F0DE5107-EA5C-49BC-849B-82F30D30C53B}">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AI a IMES_obhajoba_new</Template>
  <TotalTime>95</TotalTime>
  <Words>139</Words>
  <Application>Microsoft Office PowerPoint</Application>
  <PresentationFormat>Předvádění na obrazovce (4:3)</PresentationFormat>
  <Paragraphs>33</Paragraphs>
  <Slides>8</Slides>
  <Notes>0</Notes>
  <HiddenSlides>0</HiddenSlides>
  <MMClips>0</MMClips>
  <ScaleCrop>false</ScaleCrop>
  <HeadingPairs>
    <vt:vector size="6" baseType="variant">
      <vt:variant>
        <vt:lpstr>Použitá písma</vt:lpstr>
      </vt:variant>
      <vt:variant>
        <vt:i4>2</vt:i4>
      </vt:variant>
      <vt:variant>
        <vt:lpstr>Motiv</vt:lpstr>
      </vt:variant>
      <vt:variant>
        <vt:i4>3</vt:i4>
      </vt:variant>
      <vt:variant>
        <vt:lpstr>Nadpisy snímků</vt:lpstr>
      </vt:variant>
      <vt:variant>
        <vt:i4>8</vt:i4>
      </vt:variant>
    </vt:vector>
  </HeadingPairs>
  <TitlesOfParts>
    <vt:vector size="13" baseType="lpstr">
      <vt:lpstr>Arial</vt:lpstr>
      <vt:lpstr>Calibri</vt:lpstr>
      <vt:lpstr>Úvodní snímek</vt:lpstr>
      <vt:lpstr>Mezititulek / Závěr</vt:lpstr>
      <vt:lpstr>Běžné stránky</vt:lpstr>
      <vt:lpstr>Název práce</vt:lpstr>
      <vt:lpstr>Téma a struktura prezentace</vt:lpstr>
      <vt:lpstr>Cíle a metodika práce</vt:lpstr>
      <vt:lpstr>Stav poznání</vt:lpstr>
      <vt:lpstr>Výsledky</vt:lpstr>
      <vt:lpstr>Vlastní přínos</vt:lpstr>
      <vt:lpstr>Závěr</vt:lpstr>
      <vt:lpstr>Prezentace aplikace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Lorem ipsum dolor sit amet, consectetuer adipiscing elit. Etiam commodo dui eget wisi.</dc:title>
  <dc:creator>Martina Jandová</dc:creator>
  <cp:lastModifiedBy>Kristýna Vltavská</cp:lastModifiedBy>
  <cp:revision>8</cp:revision>
  <dcterms:created xsi:type="dcterms:W3CDTF">2021-03-30T17:50:31Z</dcterms:created>
  <dcterms:modified xsi:type="dcterms:W3CDTF">2024-06-18T13:31:21Z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0x010100A5EAD61CDED85140BF5B934B48DD3484</vt:lpwstr>
  </property>
</Properties>
</file>